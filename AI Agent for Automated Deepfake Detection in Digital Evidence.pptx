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embeddedFontLst>
    <p:embeddedFont>
      <p:font typeface="Quattrocento Sans" charset="-122" pitchFamily="34"/>
      <p:regular r:id="rId27"/>
    </p:embeddedFont>
    <p:embeddedFont>
      <p:font typeface="Hedvig Letters Sans" charset="-122" pitchFamily="34"/>
      <p:regular r:id="rId28"/>
    </p:embeddedFont>
    <p:embeddedFont>
      <p:font typeface="Liter" charset="-122" pitchFamily="34"/>
      <p:regular r:id="rId2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d08edfeae07f501c7c65aa4abbe02c22eec1939c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8" b="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1090613"/>
            <a:ext cx="3086100" cy="381000"/>
          </a:xfrm>
          <a:custGeom>
            <a:avLst/>
            <a:gdLst/>
            <a:ahLst/>
            <a:cxnLst/>
            <a:rect l="l" t="t" r="r" b="b"/>
            <a:pathLst>
              <a:path w="3086100" h="381000">
                <a:moveTo>
                  <a:pt x="0" y="0"/>
                </a:moveTo>
                <a:lnTo>
                  <a:pt x="3086100" y="0"/>
                </a:lnTo>
                <a:lnTo>
                  <a:pt x="3086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090613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166813"/>
            <a:ext cx="2838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FINAL-YEAR PROJECT PRESENTATION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700213"/>
            <a:ext cx="88201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AI Agent for Automated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2566988"/>
            <a:ext cx="88201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3D8F8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Deepfake Detection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3586163"/>
            <a:ext cx="7458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A9B4C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 Digital Evidence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1000" y="44243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04825" y="453866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1824" y="-3870"/>
                </a:moveTo>
                <a:cubicBezTo>
                  <a:pt x="68431" y="-4554"/>
                  <a:pt x="64949" y="-4554"/>
                  <a:pt x="61555" y="-3870"/>
                </a:cubicBezTo>
                <a:lnTo>
                  <a:pt x="5745" y="7293"/>
                </a:lnTo>
                <a:cubicBezTo>
                  <a:pt x="2411" y="7947"/>
                  <a:pt x="0" y="10894"/>
                  <a:pt x="0" y="14288"/>
                </a:cubicBezTo>
                <a:cubicBezTo>
                  <a:pt x="0" y="17353"/>
                  <a:pt x="1935" y="20032"/>
                  <a:pt x="4763" y="21015"/>
                </a:cubicBezTo>
                <a:lnTo>
                  <a:pt x="4763" y="42863"/>
                </a:lnTo>
                <a:lnTo>
                  <a:pt x="89" y="66258"/>
                </a:lnTo>
                <a:cubicBezTo>
                  <a:pt x="30" y="66526"/>
                  <a:pt x="0" y="66824"/>
                  <a:pt x="0" y="67121"/>
                </a:cubicBezTo>
                <a:cubicBezTo>
                  <a:pt x="0" y="69503"/>
                  <a:pt x="1935" y="71467"/>
                  <a:pt x="4346" y="71467"/>
                </a:cubicBezTo>
                <a:lnTo>
                  <a:pt x="14734" y="71467"/>
                </a:lnTo>
                <a:cubicBezTo>
                  <a:pt x="17115" y="71467"/>
                  <a:pt x="19080" y="69533"/>
                  <a:pt x="19080" y="67121"/>
                </a:cubicBezTo>
                <a:cubicBezTo>
                  <a:pt x="19080" y="66824"/>
                  <a:pt x="19050" y="66556"/>
                  <a:pt x="18990" y="66258"/>
                </a:cubicBezTo>
                <a:lnTo>
                  <a:pt x="14288" y="42863"/>
                </a:lnTo>
                <a:lnTo>
                  <a:pt x="14288" y="23009"/>
                </a:lnTo>
                <a:lnTo>
                  <a:pt x="28575" y="25866"/>
                </a:lnTo>
                <a:lnTo>
                  <a:pt x="28575" y="42863"/>
                </a:lnTo>
                <a:cubicBezTo>
                  <a:pt x="28575" y="63907"/>
                  <a:pt x="45631" y="80962"/>
                  <a:pt x="66675" y="80962"/>
                </a:cubicBezTo>
                <a:cubicBezTo>
                  <a:pt x="87719" y="80962"/>
                  <a:pt x="104775" y="63907"/>
                  <a:pt x="104775" y="42863"/>
                </a:cubicBezTo>
                <a:lnTo>
                  <a:pt x="104775" y="25866"/>
                </a:lnTo>
                <a:lnTo>
                  <a:pt x="127605" y="21312"/>
                </a:lnTo>
                <a:cubicBezTo>
                  <a:pt x="130939" y="20628"/>
                  <a:pt x="133350" y="17681"/>
                  <a:pt x="133350" y="14288"/>
                </a:cubicBezTo>
                <a:cubicBezTo>
                  <a:pt x="133350" y="10894"/>
                  <a:pt x="130939" y="7947"/>
                  <a:pt x="127605" y="7293"/>
                </a:cubicBezTo>
                <a:lnTo>
                  <a:pt x="71824" y="-3870"/>
                </a:lnTo>
                <a:close/>
                <a:moveTo>
                  <a:pt x="66675" y="66675"/>
                </a:moveTo>
                <a:cubicBezTo>
                  <a:pt x="53519" y="66675"/>
                  <a:pt x="42863" y="56019"/>
                  <a:pt x="42863" y="42863"/>
                </a:cubicBezTo>
                <a:lnTo>
                  <a:pt x="90488" y="42863"/>
                </a:lnTo>
                <a:cubicBezTo>
                  <a:pt x="90488" y="56019"/>
                  <a:pt x="79831" y="66675"/>
                  <a:pt x="66675" y="66675"/>
                </a:cubicBezTo>
                <a:close/>
                <a:moveTo>
                  <a:pt x="35749" y="95280"/>
                </a:moveTo>
                <a:cubicBezTo>
                  <a:pt x="17472" y="103674"/>
                  <a:pt x="4763" y="122128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59531" y="152400"/>
                </a:lnTo>
                <a:lnTo>
                  <a:pt x="59531" y="108942"/>
                </a:lnTo>
                <a:lnTo>
                  <a:pt x="42446" y="96143"/>
                </a:lnTo>
                <a:cubicBezTo>
                  <a:pt x="40511" y="94684"/>
                  <a:pt x="37921" y="94298"/>
                  <a:pt x="35719" y="95310"/>
                </a:cubicBezTo>
                <a:close/>
                <a:moveTo>
                  <a:pt x="73819" y="152400"/>
                </a:move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22128"/>
                  <a:pt x="115878" y="103674"/>
                  <a:pt x="97601" y="95310"/>
                </a:cubicBezTo>
                <a:cubicBezTo>
                  <a:pt x="95399" y="94298"/>
                  <a:pt x="92809" y="94684"/>
                  <a:pt x="90874" y="96143"/>
                </a:cubicBezTo>
                <a:lnTo>
                  <a:pt x="73789" y="108942"/>
                </a:lnTo>
                <a:lnTo>
                  <a:pt x="73789" y="15240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2" name="Text 9"/>
          <p:cNvSpPr/>
          <p:nvPr/>
        </p:nvSpPr>
        <p:spPr>
          <a:xfrm>
            <a:off x="876300" y="4386263"/>
            <a:ext cx="3409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Presented By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76300" y="4576763"/>
            <a:ext cx="342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Faheem Shahid (233618) &amp; Zahid Ali (233635)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800600" y="44243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895850" y="4538663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38100" y="28575"/>
                </a:moveTo>
                <a:cubicBezTo>
                  <a:pt x="38100" y="18068"/>
                  <a:pt x="46643" y="9525"/>
                  <a:pt x="57150" y="9525"/>
                </a:cubicBezTo>
                <a:lnTo>
                  <a:pt x="161925" y="9525"/>
                </a:lnTo>
                <a:cubicBezTo>
                  <a:pt x="172432" y="9525"/>
                  <a:pt x="180975" y="18068"/>
                  <a:pt x="180975" y="28575"/>
                </a:cubicBezTo>
                <a:lnTo>
                  <a:pt x="180975" y="100013"/>
                </a:lnTo>
                <a:lnTo>
                  <a:pt x="152400" y="100013"/>
                </a:lnTo>
                <a:lnTo>
                  <a:pt x="152400" y="95250"/>
                </a:lnTo>
                <a:cubicBezTo>
                  <a:pt x="152400" y="89981"/>
                  <a:pt x="148144" y="85725"/>
                  <a:pt x="142875" y="85725"/>
                </a:cubicBezTo>
                <a:lnTo>
                  <a:pt x="123825" y="85725"/>
                </a:lnTo>
                <a:cubicBezTo>
                  <a:pt x="118556" y="85725"/>
                  <a:pt x="114300" y="89981"/>
                  <a:pt x="114300" y="95250"/>
                </a:cubicBezTo>
                <a:lnTo>
                  <a:pt x="114300" y="100013"/>
                </a:lnTo>
                <a:lnTo>
                  <a:pt x="75873" y="100013"/>
                </a:lnTo>
                <a:cubicBezTo>
                  <a:pt x="79117" y="94417"/>
                  <a:pt x="80962" y="87898"/>
                  <a:pt x="80962" y="80962"/>
                </a:cubicBezTo>
                <a:cubicBezTo>
                  <a:pt x="80962" y="59918"/>
                  <a:pt x="63907" y="42863"/>
                  <a:pt x="42863" y="42863"/>
                </a:cubicBezTo>
                <a:cubicBezTo>
                  <a:pt x="41255" y="42863"/>
                  <a:pt x="39648" y="42952"/>
                  <a:pt x="38100" y="43160"/>
                </a:cubicBezTo>
                <a:lnTo>
                  <a:pt x="38100" y="28575"/>
                </a:lnTo>
                <a:close/>
                <a:moveTo>
                  <a:pt x="99120" y="133350"/>
                </a:moveTo>
                <a:cubicBezTo>
                  <a:pt x="97601" y="126147"/>
                  <a:pt x="94268" y="119628"/>
                  <a:pt x="89565" y="114300"/>
                </a:cubicBezTo>
                <a:lnTo>
                  <a:pt x="180975" y="114300"/>
                </a:lnTo>
                <a:cubicBezTo>
                  <a:pt x="180975" y="124807"/>
                  <a:pt x="172432" y="133350"/>
                  <a:pt x="161925" y="133350"/>
                </a:cubicBezTo>
                <a:lnTo>
                  <a:pt x="99120" y="133350"/>
                </a:lnTo>
                <a:close/>
                <a:moveTo>
                  <a:pt x="19050" y="80962"/>
                </a:moveTo>
                <a:cubicBezTo>
                  <a:pt x="19050" y="67820"/>
                  <a:pt x="29720" y="57150"/>
                  <a:pt x="42862" y="57150"/>
                </a:cubicBezTo>
                <a:cubicBezTo>
                  <a:pt x="56005" y="57150"/>
                  <a:pt x="66675" y="67820"/>
                  <a:pt x="66675" y="80962"/>
                </a:cubicBezTo>
                <a:cubicBezTo>
                  <a:pt x="66675" y="94105"/>
                  <a:pt x="56005" y="104775"/>
                  <a:pt x="42863" y="104775"/>
                </a:cubicBezTo>
                <a:cubicBezTo>
                  <a:pt x="29720" y="104775"/>
                  <a:pt x="19050" y="94105"/>
                  <a:pt x="19050" y="80962"/>
                </a:cubicBezTo>
                <a:close/>
                <a:moveTo>
                  <a:pt x="0" y="142875"/>
                </a:moveTo>
                <a:cubicBezTo>
                  <a:pt x="0" y="127099"/>
                  <a:pt x="12799" y="114300"/>
                  <a:pt x="28575" y="114300"/>
                </a:cubicBezTo>
                <a:lnTo>
                  <a:pt x="57150" y="114300"/>
                </a:lnTo>
                <a:cubicBezTo>
                  <a:pt x="72926" y="114300"/>
                  <a:pt x="85725" y="127099"/>
                  <a:pt x="85725" y="142875"/>
                </a:cubicBezTo>
                <a:cubicBezTo>
                  <a:pt x="85725" y="148144"/>
                  <a:pt x="81469" y="152400"/>
                  <a:pt x="76200" y="152400"/>
                </a:cubicBezTo>
                <a:lnTo>
                  <a:pt x="9525" y="152400"/>
                </a:lnTo>
                <a:cubicBezTo>
                  <a:pt x="4256" y="152400"/>
                  <a:pt x="0" y="148144"/>
                  <a:pt x="0" y="142875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6" name="Text 13"/>
          <p:cNvSpPr/>
          <p:nvPr/>
        </p:nvSpPr>
        <p:spPr>
          <a:xfrm>
            <a:off x="5295900" y="4386263"/>
            <a:ext cx="271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Supervised By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295900" y="4576763"/>
            <a:ext cx="2733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Prof. Hafiz Muhammad Mueez Amin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81000" y="53054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50196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381000" y="5538788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January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Presentation Overview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9525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" name="Shape 2"/>
          <p:cNvSpPr/>
          <p:nvPr/>
        </p:nvSpPr>
        <p:spPr>
          <a:xfrm>
            <a:off x="400050" y="1295400"/>
            <a:ext cx="5581650" cy="952500"/>
          </a:xfrm>
          <a:custGeom>
            <a:avLst/>
            <a:gdLst/>
            <a:ahLst/>
            <a:cxnLst/>
            <a:rect l="l" t="t" r="r" b="b"/>
            <a:pathLst>
              <a:path w="5581650" h="952500">
                <a:moveTo>
                  <a:pt x="3810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876300"/>
                </a:lnTo>
                <a:cubicBezTo>
                  <a:pt x="5581650" y="918356"/>
                  <a:pt x="5547506" y="952500"/>
                  <a:pt x="550545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295400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485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27770" y="1562100"/>
            <a:ext cx="333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19200" y="1485900"/>
            <a:ext cx="2790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Background &amp; Motivation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9200" y="1828800"/>
            <a:ext cx="2771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Deepfake threats and societal impact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0050" y="2400300"/>
            <a:ext cx="5581650" cy="952500"/>
          </a:xfrm>
          <a:custGeom>
            <a:avLst/>
            <a:gdLst/>
            <a:ahLst/>
            <a:cxnLst/>
            <a:rect l="l" t="t" r="r" b="b"/>
            <a:pathLst>
              <a:path w="5581650" h="952500">
                <a:moveTo>
                  <a:pt x="3810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876300"/>
                </a:lnTo>
                <a:cubicBezTo>
                  <a:pt x="5581650" y="918356"/>
                  <a:pt x="5547506" y="952500"/>
                  <a:pt x="550545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00050" y="2400300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600" y="2590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05743" y="26670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19200" y="2590800"/>
            <a:ext cx="2781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Statement &amp; Objectives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19200" y="2933700"/>
            <a:ext cx="2762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challenges and project goals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3505200"/>
            <a:ext cx="5581650" cy="952500"/>
          </a:xfrm>
          <a:custGeom>
            <a:avLst/>
            <a:gdLst/>
            <a:ahLst/>
            <a:cxnLst/>
            <a:rect l="l" t="t" r="r" b="b"/>
            <a:pathLst>
              <a:path w="5581650" h="952500">
                <a:moveTo>
                  <a:pt x="3810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876300"/>
                </a:lnTo>
                <a:cubicBezTo>
                  <a:pt x="5581650" y="918356"/>
                  <a:pt x="5547506" y="952500"/>
                  <a:pt x="550545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00050" y="3505200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600" y="3695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02766" y="37719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19200" y="3695700"/>
            <a:ext cx="1924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19200" y="40386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Three-layer modular design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29350" y="1295400"/>
            <a:ext cx="5581650" cy="952500"/>
          </a:xfrm>
          <a:custGeom>
            <a:avLst/>
            <a:gdLst/>
            <a:ahLst/>
            <a:cxnLst/>
            <a:rect l="l" t="t" r="r" b="b"/>
            <a:pathLst>
              <a:path w="5581650" h="952500">
                <a:moveTo>
                  <a:pt x="3810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876300"/>
                </a:lnTo>
                <a:cubicBezTo>
                  <a:pt x="5581650" y="918356"/>
                  <a:pt x="5547506" y="952500"/>
                  <a:pt x="550545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229350" y="1295400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4" name="Shape 22"/>
          <p:cNvSpPr/>
          <p:nvPr/>
        </p:nvSpPr>
        <p:spPr>
          <a:xfrm>
            <a:off x="6438900" y="1485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535192" y="15621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48500" y="1485900"/>
            <a:ext cx="2714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 &amp; Implementation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48500" y="1828800"/>
            <a:ext cx="2695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CNN model and training process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29350" y="2400300"/>
            <a:ext cx="5581650" cy="952500"/>
          </a:xfrm>
          <a:custGeom>
            <a:avLst/>
            <a:gdLst/>
            <a:ahLst/>
            <a:cxnLst/>
            <a:rect l="l" t="t" r="r" b="b"/>
            <a:pathLst>
              <a:path w="5581650" h="952500">
                <a:moveTo>
                  <a:pt x="3810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876300"/>
                </a:lnTo>
                <a:cubicBezTo>
                  <a:pt x="5581650" y="918356"/>
                  <a:pt x="5547506" y="952500"/>
                  <a:pt x="550545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229350" y="2400300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8900" y="2590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531769" y="266700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48500" y="2590800"/>
            <a:ext cx="2438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Analysis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48500" y="2933700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metrics and outcomes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29350" y="3505200"/>
            <a:ext cx="5581650" cy="952500"/>
          </a:xfrm>
          <a:custGeom>
            <a:avLst/>
            <a:gdLst/>
            <a:ahLst/>
            <a:cxnLst/>
            <a:rect l="l" t="t" r="r" b="b"/>
            <a:pathLst>
              <a:path w="5581650" h="952500">
                <a:moveTo>
                  <a:pt x="3810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876300"/>
                </a:lnTo>
                <a:cubicBezTo>
                  <a:pt x="5581650" y="918356"/>
                  <a:pt x="5547506" y="952500"/>
                  <a:pt x="550545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229350" y="3505200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6" name="Shape 34"/>
          <p:cNvSpPr/>
          <p:nvPr/>
        </p:nvSpPr>
        <p:spPr>
          <a:xfrm>
            <a:off x="6438900" y="3695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530280" y="377190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048500" y="3695700"/>
            <a:ext cx="2695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 &amp; Future Work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48500" y="4038600"/>
            <a:ext cx="2676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Constraints and enhancement roadmap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81000" y="60150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5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381000" y="6248400"/>
            <a:ext cx="523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deepfake detection solution for digital evidence authentication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961191" y="6286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3" name="Text 41"/>
          <p:cNvSpPr/>
          <p:nvPr/>
        </p:nvSpPr>
        <p:spPr>
          <a:xfrm>
            <a:off x="11208841" y="6248400"/>
            <a:ext cx="676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 Slides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88156" y="485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457200"/>
            <a:ext cx="1847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 &amp; RATIONALE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382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Project Background &amp; Motivation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954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562100"/>
            <a:ext cx="6743700" cy="2133600"/>
          </a:xfrm>
          <a:custGeom>
            <a:avLst/>
            <a:gdLst/>
            <a:ahLst/>
            <a:cxnLst/>
            <a:rect l="l" t="t" r="r" b="b"/>
            <a:pathLst>
              <a:path w="6743700" h="2133600">
                <a:moveTo>
                  <a:pt x="38100" y="0"/>
                </a:moveTo>
                <a:lnTo>
                  <a:pt x="6667509" y="0"/>
                </a:lnTo>
                <a:cubicBezTo>
                  <a:pt x="6709560" y="0"/>
                  <a:pt x="6743700" y="34140"/>
                  <a:pt x="6743700" y="76191"/>
                </a:cubicBezTo>
                <a:lnTo>
                  <a:pt x="6743700" y="2057409"/>
                </a:lnTo>
                <a:cubicBezTo>
                  <a:pt x="6743700" y="2099460"/>
                  <a:pt x="6709560" y="2133600"/>
                  <a:pt x="6667509" y="2133600"/>
                </a:cubicBezTo>
                <a:lnTo>
                  <a:pt x="38100" y="2133600"/>
                </a:lnTo>
                <a:cubicBezTo>
                  <a:pt x="17072" y="2133600"/>
                  <a:pt x="0" y="2116528"/>
                  <a:pt x="0" y="2095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00050" y="1562100"/>
            <a:ext cx="38100" cy="2133600"/>
          </a:xfrm>
          <a:custGeom>
            <a:avLst/>
            <a:gdLst/>
            <a:ahLst/>
            <a:cxnLst/>
            <a:rect l="l" t="t" r="r" b="b"/>
            <a:pathLst>
              <a:path w="38100" h="2133600">
                <a:moveTo>
                  <a:pt x="38100" y="0"/>
                </a:moveTo>
                <a:lnTo>
                  <a:pt x="38100" y="0"/>
                </a:lnTo>
                <a:lnTo>
                  <a:pt x="38100" y="2133600"/>
                </a:lnTo>
                <a:lnTo>
                  <a:pt x="38100" y="2133600"/>
                </a:lnTo>
                <a:cubicBezTo>
                  <a:pt x="17072" y="2133600"/>
                  <a:pt x="0" y="2116528"/>
                  <a:pt x="0" y="2095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9" name="Shape 7"/>
          <p:cNvSpPr/>
          <p:nvPr/>
        </p:nvSpPr>
        <p:spPr>
          <a:xfrm>
            <a:off x="595313" y="1752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0" name="Text 8"/>
          <p:cNvSpPr/>
          <p:nvPr/>
        </p:nvSpPr>
        <p:spPr>
          <a:xfrm>
            <a:off x="809625" y="1714500"/>
            <a:ext cx="6276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Deepfake Threat Landscape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2095500"/>
            <a:ext cx="6496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Deepfakes represent a significant threat in the digital age, enabling the creation of realistic manipulated media that can deceive individuals and undermine trust in visual content.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1500" y="2705100"/>
            <a:ext cx="2066925" cy="838200"/>
          </a:xfrm>
          <a:custGeom>
            <a:avLst/>
            <a:gdLst/>
            <a:ahLst/>
            <a:cxnLst/>
            <a:rect l="l" t="t" r="r" b="b"/>
            <a:pathLst>
              <a:path w="2066925" h="838200">
                <a:moveTo>
                  <a:pt x="38096" y="0"/>
                </a:moveTo>
                <a:lnTo>
                  <a:pt x="2028829" y="0"/>
                </a:lnTo>
                <a:cubicBezTo>
                  <a:pt x="2049869" y="0"/>
                  <a:pt x="2066925" y="17056"/>
                  <a:pt x="2066925" y="38096"/>
                </a:cubicBezTo>
                <a:lnTo>
                  <a:pt x="2066925" y="800104"/>
                </a:lnTo>
                <a:cubicBezTo>
                  <a:pt x="2066925" y="821144"/>
                  <a:pt x="2049869" y="838200"/>
                  <a:pt x="2028829" y="838200"/>
                </a:cubicBezTo>
                <a:lnTo>
                  <a:pt x="38096" y="838200"/>
                </a:lnTo>
                <a:cubicBezTo>
                  <a:pt x="17056" y="838200"/>
                  <a:pt x="0" y="821144"/>
                  <a:pt x="0" y="80010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8194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Misinformation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0480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Fake news, political manipulation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750790" y="2705100"/>
            <a:ext cx="2066925" cy="838200"/>
          </a:xfrm>
          <a:custGeom>
            <a:avLst/>
            <a:gdLst/>
            <a:ahLst/>
            <a:cxnLst/>
            <a:rect l="l" t="t" r="r" b="b"/>
            <a:pathLst>
              <a:path w="2066925" h="838200">
                <a:moveTo>
                  <a:pt x="38096" y="0"/>
                </a:moveTo>
                <a:lnTo>
                  <a:pt x="2028829" y="0"/>
                </a:lnTo>
                <a:cubicBezTo>
                  <a:pt x="2049869" y="0"/>
                  <a:pt x="2066925" y="17056"/>
                  <a:pt x="2066925" y="38096"/>
                </a:cubicBezTo>
                <a:lnTo>
                  <a:pt x="2066925" y="800104"/>
                </a:lnTo>
                <a:cubicBezTo>
                  <a:pt x="2066925" y="821144"/>
                  <a:pt x="2049869" y="838200"/>
                  <a:pt x="2028829" y="838200"/>
                </a:cubicBezTo>
                <a:lnTo>
                  <a:pt x="38096" y="838200"/>
                </a:lnTo>
                <a:cubicBezTo>
                  <a:pt x="17056" y="838200"/>
                  <a:pt x="0" y="821144"/>
                  <a:pt x="0" y="80010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865090" y="28194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Identity Theft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865090" y="30480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Unauthorized impersonation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30080" y="2705100"/>
            <a:ext cx="2066925" cy="838200"/>
          </a:xfrm>
          <a:custGeom>
            <a:avLst/>
            <a:gdLst/>
            <a:ahLst/>
            <a:cxnLst/>
            <a:rect l="l" t="t" r="r" b="b"/>
            <a:pathLst>
              <a:path w="2066925" h="838200">
                <a:moveTo>
                  <a:pt x="38096" y="0"/>
                </a:moveTo>
                <a:lnTo>
                  <a:pt x="2028829" y="0"/>
                </a:lnTo>
                <a:cubicBezTo>
                  <a:pt x="2049869" y="0"/>
                  <a:pt x="2066925" y="17056"/>
                  <a:pt x="2066925" y="38096"/>
                </a:cubicBezTo>
                <a:lnTo>
                  <a:pt x="2066925" y="800104"/>
                </a:lnTo>
                <a:cubicBezTo>
                  <a:pt x="2066925" y="821144"/>
                  <a:pt x="2049869" y="838200"/>
                  <a:pt x="2028829" y="838200"/>
                </a:cubicBezTo>
                <a:lnTo>
                  <a:pt x="38096" y="838200"/>
                </a:lnTo>
                <a:cubicBezTo>
                  <a:pt x="17056" y="838200"/>
                  <a:pt x="0" y="821144"/>
                  <a:pt x="0" y="80010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44380" y="28194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Legal Challenges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44380" y="30480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Evidence authenticity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1000" y="3848100"/>
            <a:ext cx="6762750" cy="2743200"/>
          </a:xfrm>
          <a:custGeom>
            <a:avLst/>
            <a:gdLst/>
            <a:ahLst/>
            <a:cxnLst/>
            <a:rect l="l" t="t" r="r" b="b"/>
            <a:pathLst>
              <a:path w="6762750" h="2743200">
                <a:moveTo>
                  <a:pt x="76206" y="0"/>
                </a:moveTo>
                <a:lnTo>
                  <a:pt x="6686544" y="0"/>
                </a:lnTo>
                <a:cubicBezTo>
                  <a:pt x="6728631" y="0"/>
                  <a:pt x="6762750" y="34119"/>
                  <a:pt x="6762750" y="76206"/>
                </a:cubicBezTo>
                <a:lnTo>
                  <a:pt x="6762750" y="2666994"/>
                </a:lnTo>
                <a:cubicBezTo>
                  <a:pt x="6762750" y="2709081"/>
                  <a:pt x="6728631" y="2743200"/>
                  <a:pt x="6686544" y="2743200"/>
                </a:cubicBezTo>
                <a:lnTo>
                  <a:pt x="76206" y="2743200"/>
                </a:lnTo>
                <a:cubicBezTo>
                  <a:pt x="34119" y="2743200"/>
                  <a:pt x="0" y="2709081"/>
                  <a:pt x="0" y="26669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57213" y="4038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4283" y="1079"/>
                </a:moveTo>
                <a:cubicBezTo>
                  <a:pt x="92720" y="372"/>
                  <a:pt x="91046" y="0"/>
                  <a:pt x="89297" y="0"/>
                </a:cubicBezTo>
                <a:cubicBezTo>
                  <a:pt x="87548" y="0"/>
                  <a:pt x="85874" y="372"/>
                  <a:pt x="84311" y="1079"/>
                </a:cubicBezTo>
                <a:lnTo>
                  <a:pt x="14250" y="30807"/>
                </a:lnTo>
                <a:cubicBezTo>
                  <a:pt x="6065" y="34268"/>
                  <a:pt x="-37" y="42342"/>
                  <a:pt x="0" y="52090"/>
                </a:cubicBezTo>
                <a:cubicBezTo>
                  <a:pt x="186" y="88999"/>
                  <a:pt x="15367" y="156530"/>
                  <a:pt x="79474" y="187226"/>
                </a:cubicBezTo>
                <a:cubicBezTo>
                  <a:pt x="85688" y="190202"/>
                  <a:pt x="92906" y="190202"/>
                  <a:pt x="99120" y="187226"/>
                </a:cubicBezTo>
                <a:cubicBezTo>
                  <a:pt x="163264" y="156530"/>
                  <a:pt x="178445" y="88999"/>
                  <a:pt x="178594" y="52090"/>
                </a:cubicBezTo>
                <a:cubicBezTo>
                  <a:pt x="178631" y="42342"/>
                  <a:pt x="172529" y="34268"/>
                  <a:pt x="164343" y="30807"/>
                </a:cubicBezTo>
                <a:lnTo>
                  <a:pt x="94283" y="1079"/>
                </a:lnTo>
                <a:close/>
                <a:moveTo>
                  <a:pt x="89297" y="47625"/>
                </a:moveTo>
                <a:cubicBezTo>
                  <a:pt x="94245" y="47625"/>
                  <a:pt x="98227" y="51606"/>
                  <a:pt x="98227" y="56555"/>
                </a:cubicBezTo>
                <a:cubicBezTo>
                  <a:pt x="98227" y="65075"/>
                  <a:pt x="108533" y="69354"/>
                  <a:pt x="114560" y="63326"/>
                </a:cubicBezTo>
                <a:cubicBezTo>
                  <a:pt x="118058" y="59829"/>
                  <a:pt x="123713" y="59829"/>
                  <a:pt x="127174" y="63326"/>
                </a:cubicBezTo>
                <a:cubicBezTo>
                  <a:pt x="130634" y="66824"/>
                  <a:pt x="130671" y="72479"/>
                  <a:pt x="127174" y="75940"/>
                </a:cubicBezTo>
                <a:cubicBezTo>
                  <a:pt x="121146" y="81967"/>
                  <a:pt x="125425" y="92273"/>
                  <a:pt x="133945" y="92273"/>
                </a:cubicBezTo>
                <a:cubicBezTo>
                  <a:pt x="138894" y="92273"/>
                  <a:pt x="142875" y="96255"/>
                  <a:pt x="142875" y="101203"/>
                </a:cubicBezTo>
                <a:cubicBezTo>
                  <a:pt x="142875" y="106152"/>
                  <a:pt x="138894" y="110133"/>
                  <a:pt x="133945" y="110133"/>
                </a:cubicBezTo>
                <a:cubicBezTo>
                  <a:pt x="125425" y="110133"/>
                  <a:pt x="121146" y="120439"/>
                  <a:pt x="127174" y="126467"/>
                </a:cubicBezTo>
                <a:cubicBezTo>
                  <a:pt x="130671" y="129964"/>
                  <a:pt x="130671" y="135620"/>
                  <a:pt x="127174" y="139080"/>
                </a:cubicBezTo>
                <a:cubicBezTo>
                  <a:pt x="123676" y="142540"/>
                  <a:pt x="118021" y="142577"/>
                  <a:pt x="114560" y="139080"/>
                </a:cubicBezTo>
                <a:cubicBezTo>
                  <a:pt x="108533" y="133052"/>
                  <a:pt x="98227" y="137331"/>
                  <a:pt x="98227" y="145852"/>
                </a:cubicBezTo>
                <a:cubicBezTo>
                  <a:pt x="98227" y="150800"/>
                  <a:pt x="94245" y="154781"/>
                  <a:pt x="89297" y="154781"/>
                </a:cubicBezTo>
                <a:cubicBezTo>
                  <a:pt x="84348" y="154781"/>
                  <a:pt x="80367" y="150800"/>
                  <a:pt x="80367" y="145852"/>
                </a:cubicBezTo>
                <a:cubicBezTo>
                  <a:pt x="80367" y="137331"/>
                  <a:pt x="70061" y="133052"/>
                  <a:pt x="64033" y="139080"/>
                </a:cubicBezTo>
                <a:cubicBezTo>
                  <a:pt x="60536" y="142577"/>
                  <a:pt x="54880" y="142577"/>
                  <a:pt x="51420" y="139080"/>
                </a:cubicBezTo>
                <a:cubicBezTo>
                  <a:pt x="47960" y="135582"/>
                  <a:pt x="47923" y="129927"/>
                  <a:pt x="51420" y="126467"/>
                </a:cubicBezTo>
                <a:cubicBezTo>
                  <a:pt x="57448" y="120439"/>
                  <a:pt x="53169" y="110133"/>
                  <a:pt x="44648" y="110133"/>
                </a:cubicBezTo>
                <a:cubicBezTo>
                  <a:pt x="39700" y="110133"/>
                  <a:pt x="35719" y="106152"/>
                  <a:pt x="35719" y="101203"/>
                </a:cubicBezTo>
                <a:cubicBezTo>
                  <a:pt x="35719" y="96255"/>
                  <a:pt x="39700" y="92273"/>
                  <a:pt x="44648" y="92273"/>
                </a:cubicBezTo>
                <a:cubicBezTo>
                  <a:pt x="53169" y="92273"/>
                  <a:pt x="57448" y="81967"/>
                  <a:pt x="51420" y="75940"/>
                </a:cubicBezTo>
                <a:cubicBezTo>
                  <a:pt x="47923" y="72442"/>
                  <a:pt x="47923" y="66787"/>
                  <a:pt x="51420" y="63326"/>
                </a:cubicBezTo>
                <a:cubicBezTo>
                  <a:pt x="54918" y="59866"/>
                  <a:pt x="60573" y="59829"/>
                  <a:pt x="64033" y="63326"/>
                </a:cubicBezTo>
                <a:cubicBezTo>
                  <a:pt x="70061" y="69354"/>
                  <a:pt x="80367" y="65075"/>
                  <a:pt x="80367" y="56555"/>
                </a:cubicBezTo>
                <a:cubicBezTo>
                  <a:pt x="80367" y="51606"/>
                  <a:pt x="84348" y="47625"/>
                  <a:pt x="89297" y="47625"/>
                </a:cubicBezTo>
                <a:close/>
                <a:moveTo>
                  <a:pt x="77391" y="98227"/>
                </a:moveTo>
                <a:cubicBezTo>
                  <a:pt x="82319" y="98227"/>
                  <a:pt x="86320" y="94225"/>
                  <a:pt x="86320" y="89297"/>
                </a:cubicBezTo>
                <a:cubicBezTo>
                  <a:pt x="86320" y="84368"/>
                  <a:pt x="82319" y="80367"/>
                  <a:pt x="77391" y="80367"/>
                </a:cubicBezTo>
                <a:cubicBezTo>
                  <a:pt x="72462" y="80367"/>
                  <a:pt x="68461" y="84368"/>
                  <a:pt x="68461" y="89297"/>
                </a:cubicBezTo>
                <a:cubicBezTo>
                  <a:pt x="68461" y="94225"/>
                  <a:pt x="72462" y="98227"/>
                  <a:pt x="77391" y="98227"/>
                </a:cubicBezTo>
                <a:close/>
                <a:moveTo>
                  <a:pt x="110133" y="113109"/>
                </a:moveTo>
                <a:cubicBezTo>
                  <a:pt x="110133" y="108181"/>
                  <a:pt x="106132" y="104180"/>
                  <a:pt x="101203" y="104180"/>
                </a:cubicBezTo>
                <a:cubicBezTo>
                  <a:pt x="96275" y="104180"/>
                  <a:pt x="92273" y="108181"/>
                  <a:pt x="92273" y="113109"/>
                </a:cubicBezTo>
                <a:cubicBezTo>
                  <a:pt x="92273" y="118038"/>
                  <a:pt x="96275" y="122039"/>
                  <a:pt x="101203" y="122039"/>
                </a:cubicBezTo>
                <a:cubicBezTo>
                  <a:pt x="106132" y="122039"/>
                  <a:pt x="110133" y="118038"/>
                  <a:pt x="110133" y="113109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3" name="Text 21"/>
          <p:cNvSpPr/>
          <p:nvPr/>
        </p:nvSpPr>
        <p:spPr>
          <a:xfrm>
            <a:off x="771525" y="4000500"/>
            <a:ext cx="6315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Need for Cybersecurity Solutions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3400" y="4381500"/>
            <a:ext cx="6534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Deepfake detection has emerged as a critical subfield in cybersecurity and computer vision, leveraging machine learning to identify anomalies in manipulated content.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52450" y="5905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6" name="Text 24"/>
          <p:cNvSpPr/>
          <p:nvPr/>
        </p:nvSpPr>
        <p:spPr>
          <a:xfrm>
            <a:off x="800100" y="5867400"/>
            <a:ext cx="2152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detection capabilities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40361" y="5905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8" name="Text 26"/>
          <p:cNvSpPr/>
          <p:nvPr/>
        </p:nvSpPr>
        <p:spPr>
          <a:xfrm>
            <a:off x="4088011" y="5867400"/>
            <a:ext cx="1781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authentication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52450" y="6248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0" name="Text 28"/>
          <p:cNvSpPr/>
          <p:nvPr/>
        </p:nvSpPr>
        <p:spPr>
          <a:xfrm>
            <a:off x="800100" y="62103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forensics enhancement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840361" y="6248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2" name="Text 30"/>
          <p:cNvSpPr/>
          <p:nvPr/>
        </p:nvSpPr>
        <p:spPr>
          <a:xfrm>
            <a:off x="4088011" y="6210300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trust protection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380833" y="1566863"/>
            <a:ext cx="4429125" cy="2181225"/>
          </a:xfrm>
          <a:custGeom>
            <a:avLst/>
            <a:gdLst/>
            <a:ahLst/>
            <a:cxnLst/>
            <a:rect l="l" t="t" r="r" b="b"/>
            <a:pathLst>
              <a:path w="4429125" h="2181225">
                <a:moveTo>
                  <a:pt x="76190" y="0"/>
                </a:moveTo>
                <a:lnTo>
                  <a:pt x="4352935" y="0"/>
                </a:lnTo>
                <a:cubicBezTo>
                  <a:pt x="4395013" y="0"/>
                  <a:pt x="4429125" y="34112"/>
                  <a:pt x="4429125" y="76190"/>
                </a:cubicBezTo>
                <a:lnTo>
                  <a:pt x="4429125" y="2105035"/>
                </a:lnTo>
                <a:cubicBezTo>
                  <a:pt x="4429125" y="2147113"/>
                  <a:pt x="4395013" y="2181225"/>
                  <a:pt x="4352935" y="2181225"/>
                </a:cubicBezTo>
                <a:lnTo>
                  <a:pt x="76190" y="2181225"/>
                </a:lnTo>
                <a:cubicBezTo>
                  <a:pt x="34112" y="2181225"/>
                  <a:pt x="0" y="2147113"/>
                  <a:pt x="0" y="2105035"/>
                </a:cubicBezTo>
                <a:lnTo>
                  <a:pt x="0" y="76190"/>
                </a:lnTo>
                <a:cubicBezTo>
                  <a:pt x="0" y="34140"/>
                  <a:pt x="34140" y="0"/>
                  <a:pt x="7619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37996" y="1724025"/>
            <a:ext cx="4200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Societal Impact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537996" y="21621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617768" y="224790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25003" y="25003"/>
                </a:moveTo>
                <a:cubicBezTo>
                  <a:pt x="25003" y="15809"/>
                  <a:pt x="32478" y="8334"/>
                  <a:pt x="41672" y="8334"/>
                </a:cubicBezTo>
                <a:lnTo>
                  <a:pt x="108347" y="8334"/>
                </a:lnTo>
                <a:cubicBezTo>
                  <a:pt x="117541" y="8334"/>
                  <a:pt x="125016" y="15809"/>
                  <a:pt x="125016" y="25003"/>
                </a:cubicBezTo>
                <a:lnTo>
                  <a:pt x="125016" y="83344"/>
                </a:lnTo>
                <a:cubicBezTo>
                  <a:pt x="125016" y="92538"/>
                  <a:pt x="117541" y="100013"/>
                  <a:pt x="108347" y="100013"/>
                </a:cubicBezTo>
                <a:lnTo>
                  <a:pt x="41672" y="100013"/>
                </a:lnTo>
                <a:cubicBezTo>
                  <a:pt x="32478" y="100013"/>
                  <a:pt x="25003" y="92538"/>
                  <a:pt x="25003" y="83344"/>
                </a:cubicBezTo>
                <a:lnTo>
                  <a:pt x="25003" y="25003"/>
                </a:lnTo>
                <a:close/>
                <a:moveTo>
                  <a:pt x="94986" y="30108"/>
                </a:moveTo>
                <a:cubicBezTo>
                  <a:pt x="92069" y="28285"/>
                  <a:pt x="88214" y="29170"/>
                  <a:pt x="86365" y="32087"/>
                </a:cubicBezTo>
                <a:lnTo>
                  <a:pt x="70373" y="57690"/>
                </a:lnTo>
                <a:lnTo>
                  <a:pt x="63341" y="48313"/>
                </a:lnTo>
                <a:cubicBezTo>
                  <a:pt x="61258" y="45553"/>
                  <a:pt x="57351" y="44980"/>
                  <a:pt x="54590" y="47063"/>
                </a:cubicBezTo>
                <a:cubicBezTo>
                  <a:pt x="51829" y="49147"/>
                  <a:pt x="51256" y="53054"/>
                  <a:pt x="53340" y="55814"/>
                </a:cubicBezTo>
                <a:lnTo>
                  <a:pt x="65842" y="72483"/>
                </a:lnTo>
                <a:cubicBezTo>
                  <a:pt x="67066" y="74124"/>
                  <a:pt x="69045" y="75061"/>
                  <a:pt x="71103" y="74983"/>
                </a:cubicBezTo>
                <a:cubicBezTo>
                  <a:pt x="73160" y="74905"/>
                  <a:pt x="75035" y="73811"/>
                  <a:pt x="76129" y="72040"/>
                </a:cubicBezTo>
                <a:lnTo>
                  <a:pt x="96965" y="38703"/>
                </a:lnTo>
                <a:cubicBezTo>
                  <a:pt x="98788" y="35786"/>
                  <a:pt x="97903" y="31931"/>
                  <a:pt x="94986" y="30082"/>
                </a:cubicBezTo>
                <a:close/>
                <a:moveTo>
                  <a:pt x="12502" y="81260"/>
                </a:moveTo>
                <a:lnTo>
                  <a:pt x="12502" y="108347"/>
                </a:lnTo>
                <a:cubicBezTo>
                  <a:pt x="12502" y="110639"/>
                  <a:pt x="14377" y="112514"/>
                  <a:pt x="16669" y="112514"/>
                </a:cubicBezTo>
                <a:lnTo>
                  <a:pt x="133350" y="112514"/>
                </a:lnTo>
                <a:cubicBezTo>
                  <a:pt x="135642" y="112514"/>
                  <a:pt x="137517" y="110639"/>
                  <a:pt x="137517" y="108347"/>
                </a:cubicBezTo>
                <a:lnTo>
                  <a:pt x="137517" y="81260"/>
                </a:lnTo>
                <a:cubicBezTo>
                  <a:pt x="137517" y="77796"/>
                  <a:pt x="140304" y="75009"/>
                  <a:pt x="143768" y="75009"/>
                </a:cubicBezTo>
                <a:cubicBezTo>
                  <a:pt x="147232" y="75009"/>
                  <a:pt x="150019" y="77796"/>
                  <a:pt x="150019" y="81260"/>
                </a:cubicBezTo>
                <a:lnTo>
                  <a:pt x="150019" y="108347"/>
                </a:lnTo>
                <a:cubicBezTo>
                  <a:pt x="150019" y="117541"/>
                  <a:pt x="142544" y="125016"/>
                  <a:pt x="133350" y="125016"/>
                </a:cubicBezTo>
                <a:lnTo>
                  <a:pt x="16669" y="125016"/>
                </a:lnTo>
                <a:cubicBezTo>
                  <a:pt x="7475" y="125016"/>
                  <a:pt x="0" y="117541"/>
                  <a:pt x="0" y="108347"/>
                </a:cubicBezTo>
                <a:lnTo>
                  <a:pt x="0" y="81260"/>
                </a:lnTo>
                <a:cubicBezTo>
                  <a:pt x="0" y="77796"/>
                  <a:pt x="2787" y="75009"/>
                  <a:pt x="6251" y="75009"/>
                </a:cubicBezTo>
                <a:cubicBezTo>
                  <a:pt x="9715" y="75009"/>
                  <a:pt x="12502" y="77796"/>
                  <a:pt x="12502" y="8126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7" name="Text 35"/>
          <p:cNvSpPr/>
          <p:nvPr/>
        </p:nvSpPr>
        <p:spPr>
          <a:xfrm>
            <a:off x="7957096" y="2105025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Election Security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957096" y="2333625"/>
            <a:ext cx="1800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Preventing voter manipulation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537996" y="26955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617768" y="278130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44172" y="39953"/>
                </a:moveTo>
                <a:lnTo>
                  <a:pt x="39302" y="35083"/>
                </a:lnTo>
                <a:cubicBezTo>
                  <a:pt x="36046" y="31827"/>
                  <a:pt x="36046" y="26540"/>
                  <a:pt x="39302" y="23284"/>
                </a:cubicBezTo>
                <a:lnTo>
                  <a:pt x="69175" y="-6615"/>
                </a:lnTo>
                <a:cubicBezTo>
                  <a:pt x="72431" y="-9871"/>
                  <a:pt x="77718" y="-9871"/>
                  <a:pt x="80974" y="-6615"/>
                </a:cubicBezTo>
                <a:lnTo>
                  <a:pt x="85844" y="-1719"/>
                </a:lnTo>
                <a:cubicBezTo>
                  <a:pt x="89100" y="1537"/>
                  <a:pt x="89100" y="6824"/>
                  <a:pt x="85844" y="10079"/>
                </a:cubicBezTo>
                <a:lnTo>
                  <a:pt x="55971" y="39953"/>
                </a:lnTo>
                <a:cubicBezTo>
                  <a:pt x="52715" y="43209"/>
                  <a:pt x="47428" y="43209"/>
                  <a:pt x="44172" y="39953"/>
                </a:cubicBezTo>
                <a:close/>
                <a:moveTo>
                  <a:pt x="71884" y="55137"/>
                </a:moveTo>
                <a:lnTo>
                  <a:pt x="63706" y="46959"/>
                </a:lnTo>
                <a:lnTo>
                  <a:pt x="92876" y="17789"/>
                </a:lnTo>
                <a:lnTo>
                  <a:pt x="123974" y="48886"/>
                </a:lnTo>
                <a:lnTo>
                  <a:pt x="94804" y="78057"/>
                </a:lnTo>
                <a:lnTo>
                  <a:pt x="86625" y="69879"/>
                </a:lnTo>
                <a:lnTo>
                  <a:pt x="26201" y="130303"/>
                </a:lnTo>
                <a:cubicBezTo>
                  <a:pt x="22138" y="134366"/>
                  <a:pt x="15549" y="134366"/>
                  <a:pt x="11460" y="130303"/>
                </a:cubicBezTo>
                <a:cubicBezTo>
                  <a:pt x="7371" y="126240"/>
                  <a:pt x="7397" y="119650"/>
                  <a:pt x="11460" y="115561"/>
                </a:cubicBezTo>
                <a:lnTo>
                  <a:pt x="71884" y="55137"/>
                </a:lnTo>
                <a:close/>
                <a:moveTo>
                  <a:pt x="101810" y="97564"/>
                </a:moveTo>
                <a:cubicBezTo>
                  <a:pt x="98554" y="94309"/>
                  <a:pt x="98554" y="89022"/>
                  <a:pt x="101810" y="85766"/>
                </a:cubicBezTo>
                <a:lnTo>
                  <a:pt x="131683" y="55892"/>
                </a:lnTo>
                <a:cubicBezTo>
                  <a:pt x="134939" y="52637"/>
                  <a:pt x="140226" y="52637"/>
                  <a:pt x="143481" y="55892"/>
                </a:cubicBezTo>
                <a:lnTo>
                  <a:pt x="148352" y="60763"/>
                </a:lnTo>
                <a:cubicBezTo>
                  <a:pt x="151607" y="64018"/>
                  <a:pt x="151607" y="69306"/>
                  <a:pt x="148352" y="72561"/>
                </a:cubicBezTo>
                <a:lnTo>
                  <a:pt x="118478" y="102461"/>
                </a:lnTo>
                <a:cubicBezTo>
                  <a:pt x="115223" y="105716"/>
                  <a:pt x="109936" y="105716"/>
                  <a:pt x="106680" y="102461"/>
                </a:cubicBezTo>
                <a:lnTo>
                  <a:pt x="101810" y="9759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1" name="Text 39"/>
          <p:cNvSpPr/>
          <p:nvPr/>
        </p:nvSpPr>
        <p:spPr>
          <a:xfrm>
            <a:off x="7957096" y="2638425"/>
            <a:ext cx="1743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Legal Evidence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957096" y="2867025"/>
            <a:ext cx="1733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Ensuring authenticity in court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537996" y="32289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609433" y="3314700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5" name="Text 43"/>
          <p:cNvSpPr/>
          <p:nvPr/>
        </p:nvSpPr>
        <p:spPr>
          <a:xfrm>
            <a:off x="7957096" y="3171825"/>
            <a:ext cx="1733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Trust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957096" y="3400425"/>
            <a:ext cx="1724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Maintaining media credibility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376071" y="3905250"/>
            <a:ext cx="4438650" cy="2686050"/>
          </a:xfrm>
          <a:custGeom>
            <a:avLst/>
            <a:gdLst/>
            <a:ahLst/>
            <a:cxnLst/>
            <a:rect l="l" t="t" r="r" b="b"/>
            <a:pathLst>
              <a:path w="4438650" h="2686050">
                <a:moveTo>
                  <a:pt x="76203" y="0"/>
                </a:moveTo>
                <a:lnTo>
                  <a:pt x="4362447" y="0"/>
                </a:lnTo>
                <a:cubicBezTo>
                  <a:pt x="4404533" y="0"/>
                  <a:pt x="4438650" y="34117"/>
                  <a:pt x="4438650" y="76203"/>
                </a:cubicBezTo>
                <a:lnTo>
                  <a:pt x="4438650" y="2609847"/>
                </a:lnTo>
                <a:cubicBezTo>
                  <a:pt x="4438650" y="2651933"/>
                  <a:pt x="4404533" y="2686050"/>
                  <a:pt x="4362447" y="2686050"/>
                </a:cubicBezTo>
                <a:lnTo>
                  <a:pt x="76203" y="2686050"/>
                </a:lnTo>
                <a:cubicBezTo>
                  <a:pt x="34117" y="2686050"/>
                  <a:pt x="0" y="2651933"/>
                  <a:pt x="0" y="2609847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7528471" y="4057650"/>
            <a:ext cx="4219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Motivation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528471" y="4438650"/>
            <a:ext cx="42100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Stems from the societal impact of deepfakes, including erosion of public trust and potential for harm in elections or legal contexts.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537996" y="53340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4288" y="58281"/>
                </a:moveTo>
                <a:lnTo>
                  <a:pt x="76557" y="83909"/>
                </a:lnTo>
                <a:cubicBezTo>
                  <a:pt x="79474" y="85100"/>
                  <a:pt x="82570" y="85725"/>
                  <a:pt x="85725" y="85725"/>
                </a:cubicBezTo>
                <a:cubicBezTo>
                  <a:pt x="88880" y="85725"/>
                  <a:pt x="91976" y="85100"/>
                  <a:pt x="94893" y="83909"/>
                </a:cubicBezTo>
                <a:lnTo>
                  <a:pt x="167045" y="54203"/>
                </a:lnTo>
                <a:cubicBezTo>
                  <a:pt x="169724" y="53102"/>
                  <a:pt x="171450" y="50512"/>
                  <a:pt x="171450" y="47625"/>
                </a:cubicBezTo>
                <a:cubicBezTo>
                  <a:pt x="171450" y="44738"/>
                  <a:pt x="169724" y="42148"/>
                  <a:pt x="167045" y="41047"/>
                </a:cubicBezTo>
                <a:lnTo>
                  <a:pt x="94893" y="11341"/>
                </a:lnTo>
                <a:cubicBezTo>
                  <a:pt x="91976" y="10150"/>
                  <a:pt x="88880" y="9525"/>
                  <a:pt x="85725" y="9525"/>
                </a:cubicBezTo>
                <a:cubicBezTo>
                  <a:pt x="82570" y="9525"/>
                  <a:pt x="79474" y="10150"/>
                  <a:pt x="76557" y="11341"/>
                </a:cubicBezTo>
                <a:lnTo>
                  <a:pt x="4405" y="41047"/>
                </a:lnTo>
                <a:cubicBezTo>
                  <a:pt x="1726" y="42148"/>
                  <a:pt x="0" y="44738"/>
                  <a:pt x="0" y="47625"/>
                </a:cubicBezTo>
                <a:lnTo>
                  <a:pt x="0" y="135731"/>
                </a:lnTo>
                <a:cubicBezTo>
                  <a:pt x="0" y="139690"/>
                  <a:pt x="3185" y="142875"/>
                  <a:pt x="7144" y="142875"/>
                </a:cubicBezTo>
                <a:cubicBezTo>
                  <a:pt x="11103" y="142875"/>
                  <a:pt x="14288" y="139690"/>
                  <a:pt x="14288" y="135731"/>
                </a:cubicBezTo>
                <a:lnTo>
                  <a:pt x="14288" y="58281"/>
                </a:lnTo>
                <a:close/>
                <a:moveTo>
                  <a:pt x="28575" y="79623"/>
                </a:moveTo>
                <a:lnTo>
                  <a:pt x="28575" y="114300"/>
                </a:lnTo>
                <a:cubicBezTo>
                  <a:pt x="28575" y="130076"/>
                  <a:pt x="54173" y="142875"/>
                  <a:pt x="85725" y="142875"/>
                </a:cubicBezTo>
                <a:cubicBezTo>
                  <a:pt x="117277" y="142875"/>
                  <a:pt x="142875" y="130076"/>
                  <a:pt x="142875" y="114300"/>
                </a:cubicBezTo>
                <a:lnTo>
                  <a:pt x="142875" y="79593"/>
                </a:lnTo>
                <a:lnTo>
                  <a:pt x="100340" y="97125"/>
                </a:lnTo>
                <a:cubicBezTo>
                  <a:pt x="95696" y="99030"/>
                  <a:pt x="90755" y="100012"/>
                  <a:pt x="85725" y="100012"/>
                </a:cubicBezTo>
                <a:cubicBezTo>
                  <a:pt x="80695" y="100012"/>
                  <a:pt x="75754" y="99030"/>
                  <a:pt x="71110" y="97125"/>
                </a:cubicBezTo>
                <a:lnTo>
                  <a:pt x="28575" y="79593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51" name="Text 49"/>
          <p:cNvSpPr/>
          <p:nvPr/>
        </p:nvSpPr>
        <p:spPr>
          <a:xfrm>
            <a:off x="7795171" y="5295900"/>
            <a:ext cx="146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Final-year CS project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528471" y="56388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53" name="Text 51"/>
          <p:cNvSpPr/>
          <p:nvPr/>
        </p:nvSpPr>
        <p:spPr>
          <a:xfrm>
            <a:off x="7795171" y="56007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Applied AI techniques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547521" y="5943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55" name="Text 53"/>
          <p:cNvSpPr/>
          <p:nvPr/>
        </p:nvSpPr>
        <p:spPr>
          <a:xfrm>
            <a:off x="7795171" y="5905500"/>
            <a:ext cx="132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Ethical AI practices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566571" y="62484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38100" y="28575"/>
                </a:moveTo>
                <a:lnTo>
                  <a:pt x="38100" y="47625"/>
                </a:lnTo>
                <a:lnTo>
                  <a:pt x="76200" y="47625"/>
                </a:lnTo>
                <a:lnTo>
                  <a:pt x="76200" y="28575"/>
                </a:lnTo>
                <a:cubicBezTo>
                  <a:pt x="76200" y="18068"/>
                  <a:pt x="67657" y="9525"/>
                  <a:pt x="57150" y="9525"/>
                </a:cubicBezTo>
                <a:cubicBezTo>
                  <a:pt x="46643" y="9525"/>
                  <a:pt x="38100" y="18068"/>
                  <a:pt x="38100" y="28575"/>
                </a:cubicBezTo>
                <a:close/>
                <a:moveTo>
                  <a:pt x="19050" y="47625"/>
                </a:moveTo>
                <a:lnTo>
                  <a:pt x="19050" y="28575"/>
                </a:lnTo>
                <a:cubicBezTo>
                  <a:pt x="19050" y="7531"/>
                  <a:pt x="36106" y="-9525"/>
                  <a:pt x="57150" y="-9525"/>
                </a:cubicBezTo>
                <a:cubicBezTo>
                  <a:pt x="78194" y="-9525"/>
                  <a:pt x="95250" y="7531"/>
                  <a:pt x="95250" y="28575"/>
                </a:cubicBezTo>
                <a:lnTo>
                  <a:pt x="95250" y="47625"/>
                </a:lnTo>
                <a:cubicBezTo>
                  <a:pt x="105757" y="47625"/>
                  <a:pt x="114300" y="56168"/>
                  <a:pt x="114300" y="66675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66675"/>
                </a:lnTo>
                <a:cubicBezTo>
                  <a:pt x="0" y="56168"/>
                  <a:pt x="8543" y="47625"/>
                  <a:pt x="19050" y="47625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57" name="Text 55"/>
          <p:cNvSpPr/>
          <p:nvPr/>
        </p:nvSpPr>
        <p:spPr>
          <a:xfrm>
            <a:off x="7795171" y="6210300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security contribution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6677" y="366677"/>
            <a:ext cx="366677" cy="366677"/>
          </a:xfrm>
          <a:custGeom>
            <a:avLst/>
            <a:gdLst/>
            <a:ahLst/>
            <a:cxnLst/>
            <a:rect l="l" t="t" r="r" b="b"/>
            <a:pathLst>
              <a:path w="366677" h="366677">
                <a:moveTo>
                  <a:pt x="73335" y="0"/>
                </a:moveTo>
                <a:lnTo>
                  <a:pt x="293341" y="0"/>
                </a:lnTo>
                <a:cubicBezTo>
                  <a:pt x="333816" y="0"/>
                  <a:pt x="366677" y="32860"/>
                  <a:pt x="366677" y="73335"/>
                </a:cubicBezTo>
                <a:lnTo>
                  <a:pt x="366677" y="293341"/>
                </a:lnTo>
                <a:cubicBezTo>
                  <a:pt x="366677" y="333816"/>
                  <a:pt x="333816" y="366677"/>
                  <a:pt x="293341" y="366677"/>
                </a:cubicBezTo>
                <a:lnTo>
                  <a:pt x="73335" y="366677"/>
                </a:lnTo>
                <a:cubicBezTo>
                  <a:pt x="32860" y="366677"/>
                  <a:pt x="0" y="333816"/>
                  <a:pt x="0" y="293341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69805" y="467513"/>
            <a:ext cx="165005" cy="165005"/>
          </a:xfrm>
          <a:custGeom>
            <a:avLst/>
            <a:gdLst/>
            <a:ahLst/>
            <a:cxnLst/>
            <a:rect l="l" t="t" r="r" b="b"/>
            <a:pathLst>
              <a:path w="165005" h="165005">
                <a:moveTo>
                  <a:pt x="82502" y="165005"/>
                </a:moveTo>
                <a:cubicBezTo>
                  <a:pt x="128036" y="165005"/>
                  <a:pt x="165005" y="128036"/>
                  <a:pt x="165005" y="82502"/>
                </a:cubicBezTo>
                <a:cubicBezTo>
                  <a:pt x="165005" y="36968"/>
                  <a:pt x="128036" y="0"/>
                  <a:pt x="82502" y="0"/>
                </a:cubicBezTo>
                <a:cubicBezTo>
                  <a:pt x="36968" y="0"/>
                  <a:pt x="0" y="36968"/>
                  <a:pt x="0" y="82502"/>
                </a:cubicBezTo>
                <a:cubicBezTo>
                  <a:pt x="0" y="128036"/>
                  <a:pt x="36968" y="165005"/>
                  <a:pt x="82502" y="165005"/>
                </a:cubicBezTo>
                <a:close/>
                <a:moveTo>
                  <a:pt x="82502" y="43829"/>
                </a:moveTo>
                <a:cubicBezTo>
                  <a:pt x="86789" y="43829"/>
                  <a:pt x="90237" y="47278"/>
                  <a:pt x="90237" y="51564"/>
                </a:cubicBezTo>
                <a:lnTo>
                  <a:pt x="90237" y="87659"/>
                </a:lnTo>
                <a:cubicBezTo>
                  <a:pt x="90237" y="91945"/>
                  <a:pt x="86789" y="95393"/>
                  <a:pt x="82502" y="95393"/>
                </a:cubicBezTo>
                <a:cubicBezTo>
                  <a:pt x="78216" y="95393"/>
                  <a:pt x="74768" y="91945"/>
                  <a:pt x="74768" y="87659"/>
                </a:cubicBezTo>
                <a:lnTo>
                  <a:pt x="74768" y="51564"/>
                </a:lnTo>
                <a:cubicBezTo>
                  <a:pt x="74768" y="47278"/>
                  <a:pt x="78216" y="43829"/>
                  <a:pt x="82502" y="43829"/>
                </a:cubicBezTo>
                <a:close/>
                <a:moveTo>
                  <a:pt x="73898" y="113441"/>
                </a:moveTo>
                <a:cubicBezTo>
                  <a:pt x="73702" y="110247"/>
                  <a:pt x="75295" y="107208"/>
                  <a:pt x="78033" y="105552"/>
                </a:cubicBezTo>
                <a:cubicBezTo>
                  <a:pt x="80771" y="103895"/>
                  <a:pt x="84202" y="103895"/>
                  <a:pt x="86940" y="105552"/>
                </a:cubicBezTo>
                <a:cubicBezTo>
                  <a:pt x="89678" y="107208"/>
                  <a:pt x="91270" y="110247"/>
                  <a:pt x="91075" y="113441"/>
                </a:cubicBezTo>
                <a:cubicBezTo>
                  <a:pt x="91270" y="116635"/>
                  <a:pt x="89678" y="119673"/>
                  <a:pt x="86940" y="121330"/>
                </a:cubicBezTo>
                <a:cubicBezTo>
                  <a:pt x="84202" y="122986"/>
                  <a:pt x="80771" y="122986"/>
                  <a:pt x="78033" y="121330"/>
                </a:cubicBezTo>
                <a:cubicBezTo>
                  <a:pt x="75295" y="119673"/>
                  <a:pt x="73702" y="116635"/>
                  <a:pt x="73898" y="113441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" name="Text 2"/>
          <p:cNvSpPr/>
          <p:nvPr/>
        </p:nvSpPr>
        <p:spPr>
          <a:xfrm>
            <a:off x="843356" y="440012"/>
            <a:ext cx="1365871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spc="58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CHALLENGE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6677" y="806689"/>
            <a:ext cx="7507705" cy="36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99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6677" y="1246701"/>
            <a:ext cx="733353" cy="36668"/>
          </a:xfrm>
          <a:custGeom>
            <a:avLst/>
            <a:gdLst/>
            <a:ahLst/>
            <a:cxnLst/>
            <a:rect l="l" t="t" r="r" b="b"/>
            <a:pathLst>
              <a:path w="733353" h="36668">
                <a:moveTo>
                  <a:pt x="0" y="0"/>
                </a:moveTo>
                <a:lnTo>
                  <a:pt x="733353" y="0"/>
                </a:lnTo>
                <a:lnTo>
                  <a:pt x="733353" y="36668"/>
                </a:lnTo>
                <a:lnTo>
                  <a:pt x="0" y="36668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7" name="Shape 5"/>
          <p:cNvSpPr/>
          <p:nvPr/>
        </p:nvSpPr>
        <p:spPr>
          <a:xfrm>
            <a:off x="385011" y="1503374"/>
            <a:ext cx="7324367" cy="2704241"/>
          </a:xfrm>
          <a:custGeom>
            <a:avLst/>
            <a:gdLst/>
            <a:ahLst/>
            <a:cxnLst/>
            <a:rect l="l" t="t" r="r" b="b"/>
            <a:pathLst>
              <a:path w="7324367" h="2704241">
                <a:moveTo>
                  <a:pt x="36668" y="0"/>
                </a:moveTo>
                <a:lnTo>
                  <a:pt x="7251028" y="0"/>
                </a:lnTo>
                <a:cubicBezTo>
                  <a:pt x="7291532" y="0"/>
                  <a:pt x="7324367" y="32835"/>
                  <a:pt x="7324367" y="73339"/>
                </a:cubicBezTo>
                <a:lnTo>
                  <a:pt x="7324367" y="2630902"/>
                </a:lnTo>
                <a:cubicBezTo>
                  <a:pt x="7324367" y="2671406"/>
                  <a:pt x="7291532" y="2704241"/>
                  <a:pt x="7251028" y="2704241"/>
                </a:cubicBezTo>
                <a:lnTo>
                  <a:pt x="36668" y="2704241"/>
                </a:lnTo>
                <a:cubicBezTo>
                  <a:pt x="16417" y="2704241"/>
                  <a:pt x="0" y="2687824"/>
                  <a:pt x="0" y="2667573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85011" y="1503374"/>
            <a:ext cx="36668" cy="2704241"/>
          </a:xfrm>
          <a:custGeom>
            <a:avLst/>
            <a:gdLst/>
            <a:ahLst/>
            <a:cxnLst/>
            <a:rect l="l" t="t" r="r" b="b"/>
            <a:pathLst>
              <a:path w="36668" h="2704241">
                <a:moveTo>
                  <a:pt x="36668" y="0"/>
                </a:moveTo>
                <a:lnTo>
                  <a:pt x="36668" y="0"/>
                </a:lnTo>
                <a:lnTo>
                  <a:pt x="36668" y="2704241"/>
                </a:lnTo>
                <a:lnTo>
                  <a:pt x="36668" y="2704241"/>
                </a:lnTo>
                <a:cubicBezTo>
                  <a:pt x="16417" y="2704241"/>
                  <a:pt x="0" y="2687824"/>
                  <a:pt x="0" y="2667573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9" name="Text 7"/>
          <p:cNvSpPr/>
          <p:nvPr/>
        </p:nvSpPr>
        <p:spPr>
          <a:xfrm>
            <a:off x="623350" y="1723380"/>
            <a:ext cx="6976024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Proliferation Challenge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3350" y="2163392"/>
            <a:ext cx="6948523" cy="540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9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proliferation of deepfakes on social media and online platforms has made it increasingly difficult to discern real from fake visual media.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3350" y="2846328"/>
            <a:ext cx="2190893" cy="1136698"/>
          </a:xfrm>
          <a:custGeom>
            <a:avLst/>
            <a:gdLst/>
            <a:ahLst/>
            <a:cxnLst/>
            <a:rect l="l" t="t" r="r" b="b"/>
            <a:pathLst>
              <a:path w="2190893" h="1136698">
                <a:moveTo>
                  <a:pt x="36670" y="0"/>
                </a:moveTo>
                <a:lnTo>
                  <a:pt x="2154223" y="0"/>
                </a:lnTo>
                <a:cubicBezTo>
                  <a:pt x="2174476" y="0"/>
                  <a:pt x="2190893" y="16418"/>
                  <a:pt x="2190893" y="36670"/>
                </a:cubicBezTo>
                <a:lnTo>
                  <a:pt x="2190893" y="1100028"/>
                </a:lnTo>
                <a:cubicBezTo>
                  <a:pt x="2190893" y="1120280"/>
                  <a:pt x="2174476" y="1136698"/>
                  <a:pt x="2154223" y="1136698"/>
                </a:cubicBezTo>
                <a:lnTo>
                  <a:pt x="36670" y="1136698"/>
                </a:lnTo>
                <a:cubicBezTo>
                  <a:pt x="16418" y="1136698"/>
                  <a:pt x="0" y="1120280"/>
                  <a:pt x="0" y="1100028"/>
                </a:cubicBezTo>
                <a:lnTo>
                  <a:pt x="0" y="36670"/>
                </a:lnTo>
                <a:cubicBezTo>
                  <a:pt x="0" y="16418"/>
                  <a:pt x="16418" y="0"/>
                  <a:pt x="3667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01269" y="2992998"/>
            <a:ext cx="2035056" cy="330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65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85%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3353" y="3396343"/>
            <a:ext cx="1970887" cy="44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5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Increase in deepfake videos annually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961344" y="2846328"/>
            <a:ext cx="2190893" cy="1136698"/>
          </a:xfrm>
          <a:custGeom>
            <a:avLst/>
            <a:gdLst/>
            <a:ahLst/>
            <a:cxnLst/>
            <a:rect l="l" t="t" r="r" b="b"/>
            <a:pathLst>
              <a:path w="2190893" h="1136698">
                <a:moveTo>
                  <a:pt x="36670" y="0"/>
                </a:moveTo>
                <a:lnTo>
                  <a:pt x="2154223" y="0"/>
                </a:lnTo>
                <a:cubicBezTo>
                  <a:pt x="2174476" y="0"/>
                  <a:pt x="2190893" y="16418"/>
                  <a:pt x="2190893" y="36670"/>
                </a:cubicBezTo>
                <a:lnTo>
                  <a:pt x="2190893" y="1100028"/>
                </a:lnTo>
                <a:cubicBezTo>
                  <a:pt x="2190893" y="1120280"/>
                  <a:pt x="2174476" y="1136698"/>
                  <a:pt x="2154223" y="1136698"/>
                </a:cubicBezTo>
                <a:lnTo>
                  <a:pt x="36670" y="1136698"/>
                </a:lnTo>
                <a:cubicBezTo>
                  <a:pt x="16418" y="1136698"/>
                  <a:pt x="0" y="1120280"/>
                  <a:pt x="0" y="1100028"/>
                </a:cubicBezTo>
                <a:lnTo>
                  <a:pt x="0" y="36670"/>
                </a:lnTo>
                <a:cubicBezTo>
                  <a:pt x="0" y="16418"/>
                  <a:pt x="16418" y="0"/>
                  <a:pt x="3667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039263" y="2992998"/>
            <a:ext cx="2035056" cy="330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65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96%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71347" y="3396343"/>
            <a:ext cx="1970887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5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 accuracy needed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99481" y="2846328"/>
            <a:ext cx="2190893" cy="1136698"/>
          </a:xfrm>
          <a:custGeom>
            <a:avLst/>
            <a:gdLst/>
            <a:ahLst/>
            <a:cxnLst/>
            <a:rect l="l" t="t" r="r" b="b"/>
            <a:pathLst>
              <a:path w="2190893" h="1136698">
                <a:moveTo>
                  <a:pt x="36670" y="0"/>
                </a:moveTo>
                <a:lnTo>
                  <a:pt x="2154223" y="0"/>
                </a:lnTo>
                <a:cubicBezTo>
                  <a:pt x="2174476" y="0"/>
                  <a:pt x="2190893" y="16418"/>
                  <a:pt x="2190893" y="36670"/>
                </a:cubicBezTo>
                <a:lnTo>
                  <a:pt x="2190893" y="1100028"/>
                </a:lnTo>
                <a:cubicBezTo>
                  <a:pt x="2190893" y="1120280"/>
                  <a:pt x="2174476" y="1136698"/>
                  <a:pt x="2154223" y="1136698"/>
                </a:cubicBezTo>
                <a:lnTo>
                  <a:pt x="36670" y="1136698"/>
                </a:lnTo>
                <a:cubicBezTo>
                  <a:pt x="16418" y="1136698"/>
                  <a:pt x="0" y="1120280"/>
                  <a:pt x="0" y="1100028"/>
                </a:cubicBezTo>
                <a:lnTo>
                  <a:pt x="0" y="36670"/>
                </a:lnTo>
                <a:cubicBezTo>
                  <a:pt x="0" y="16418"/>
                  <a:pt x="16418" y="0"/>
                  <a:pt x="3667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377400" y="2992998"/>
            <a:ext cx="2035056" cy="330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65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&lt;5s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09484" y="3396343"/>
            <a:ext cx="1970887" cy="44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5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processing requirement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6677" y="4386370"/>
            <a:ext cx="7342701" cy="2117558"/>
          </a:xfrm>
          <a:custGeom>
            <a:avLst/>
            <a:gdLst/>
            <a:ahLst/>
            <a:cxnLst/>
            <a:rect l="l" t="t" r="r" b="b"/>
            <a:pathLst>
              <a:path w="7342701" h="2117558">
                <a:moveTo>
                  <a:pt x="73331" y="0"/>
                </a:moveTo>
                <a:lnTo>
                  <a:pt x="7269370" y="0"/>
                </a:lnTo>
                <a:cubicBezTo>
                  <a:pt x="7309869" y="0"/>
                  <a:pt x="7342701" y="32831"/>
                  <a:pt x="7342701" y="73331"/>
                </a:cubicBezTo>
                <a:lnTo>
                  <a:pt x="7342701" y="2044227"/>
                </a:lnTo>
                <a:cubicBezTo>
                  <a:pt x="7342701" y="2084726"/>
                  <a:pt x="7309869" y="2117558"/>
                  <a:pt x="7269370" y="2117558"/>
                </a:cubicBezTo>
                <a:lnTo>
                  <a:pt x="73331" y="2117558"/>
                </a:lnTo>
                <a:cubicBezTo>
                  <a:pt x="32831" y="2117558"/>
                  <a:pt x="0" y="2084726"/>
                  <a:pt x="0" y="2044227"/>
                </a:cubicBezTo>
                <a:lnTo>
                  <a:pt x="0" y="73331"/>
                </a:lnTo>
                <a:cubicBezTo>
                  <a:pt x="0" y="32859"/>
                  <a:pt x="32859" y="0"/>
                  <a:pt x="73331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14183" y="4643044"/>
            <a:ext cx="220006" cy="220006"/>
          </a:xfrm>
          <a:custGeom>
            <a:avLst/>
            <a:gdLst/>
            <a:ahLst/>
            <a:cxnLst/>
            <a:rect l="l" t="t" r="r" b="b"/>
            <a:pathLst>
              <a:path w="220006" h="220006">
                <a:moveTo>
                  <a:pt x="110003" y="220006"/>
                </a:moveTo>
                <a:cubicBezTo>
                  <a:pt x="170715" y="220006"/>
                  <a:pt x="220006" y="170715"/>
                  <a:pt x="220006" y="110003"/>
                </a:cubicBezTo>
                <a:cubicBezTo>
                  <a:pt x="220006" y="49291"/>
                  <a:pt x="170715" y="0"/>
                  <a:pt x="110003" y="0"/>
                </a:cubicBezTo>
                <a:cubicBezTo>
                  <a:pt x="49291" y="0"/>
                  <a:pt x="0" y="49291"/>
                  <a:pt x="0" y="110003"/>
                </a:cubicBezTo>
                <a:cubicBezTo>
                  <a:pt x="0" y="170715"/>
                  <a:pt x="49291" y="220006"/>
                  <a:pt x="110003" y="220006"/>
                </a:cubicBezTo>
                <a:close/>
                <a:moveTo>
                  <a:pt x="71760" y="71760"/>
                </a:moveTo>
                <a:cubicBezTo>
                  <a:pt x="75799" y="67721"/>
                  <a:pt x="82330" y="67721"/>
                  <a:pt x="86327" y="71760"/>
                </a:cubicBezTo>
                <a:lnTo>
                  <a:pt x="109960" y="95393"/>
                </a:lnTo>
                <a:lnTo>
                  <a:pt x="133593" y="71760"/>
                </a:lnTo>
                <a:cubicBezTo>
                  <a:pt x="137633" y="67721"/>
                  <a:pt x="144164" y="67721"/>
                  <a:pt x="148160" y="71760"/>
                </a:cubicBezTo>
                <a:cubicBezTo>
                  <a:pt x="152157" y="75799"/>
                  <a:pt x="152199" y="82330"/>
                  <a:pt x="148160" y="86327"/>
                </a:cubicBezTo>
                <a:lnTo>
                  <a:pt x="124527" y="109960"/>
                </a:lnTo>
                <a:lnTo>
                  <a:pt x="148160" y="133593"/>
                </a:lnTo>
                <a:cubicBezTo>
                  <a:pt x="152199" y="137633"/>
                  <a:pt x="152199" y="144164"/>
                  <a:pt x="148160" y="148160"/>
                </a:cubicBezTo>
                <a:cubicBezTo>
                  <a:pt x="144121" y="152157"/>
                  <a:pt x="137590" y="152199"/>
                  <a:pt x="133593" y="148160"/>
                </a:cubicBezTo>
                <a:lnTo>
                  <a:pt x="109960" y="124527"/>
                </a:lnTo>
                <a:lnTo>
                  <a:pt x="86327" y="148160"/>
                </a:lnTo>
                <a:cubicBezTo>
                  <a:pt x="82287" y="152199"/>
                  <a:pt x="75756" y="152199"/>
                  <a:pt x="71760" y="148160"/>
                </a:cubicBezTo>
                <a:cubicBezTo>
                  <a:pt x="67764" y="144121"/>
                  <a:pt x="67721" y="137590"/>
                  <a:pt x="71760" y="133593"/>
                </a:cubicBezTo>
                <a:lnTo>
                  <a:pt x="95393" y="109960"/>
                </a:lnTo>
                <a:lnTo>
                  <a:pt x="71760" y="86327"/>
                </a:lnTo>
                <a:cubicBezTo>
                  <a:pt x="67721" y="82287"/>
                  <a:pt x="67721" y="75756"/>
                  <a:pt x="71760" y="7176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2" name="Text 20"/>
          <p:cNvSpPr/>
          <p:nvPr/>
        </p:nvSpPr>
        <p:spPr>
          <a:xfrm>
            <a:off x="861690" y="4606376"/>
            <a:ext cx="6737684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Methods Inefficiencies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6683" y="5046388"/>
            <a:ext cx="6985191" cy="540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9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detection methods, such as manual inspection, are inefficient and prone to human error.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5017" y="5765991"/>
            <a:ext cx="146671" cy="146671"/>
          </a:xfrm>
          <a:custGeom>
            <a:avLst/>
            <a:gdLst/>
            <a:ahLst/>
            <a:cxnLst/>
            <a:rect l="l" t="t" r="r" b="b"/>
            <a:pathLst>
              <a:path w="146671" h="146671">
                <a:moveTo>
                  <a:pt x="73335" y="0"/>
                </a:moveTo>
                <a:cubicBezTo>
                  <a:pt x="113810" y="0"/>
                  <a:pt x="146671" y="32860"/>
                  <a:pt x="146671" y="73335"/>
                </a:cubicBezTo>
                <a:cubicBezTo>
                  <a:pt x="146671" y="113810"/>
                  <a:pt x="113810" y="146671"/>
                  <a:pt x="73335" y="146671"/>
                </a:cubicBezTo>
                <a:cubicBezTo>
                  <a:pt x="32860" y="146671"/>
                  <a:pt x="0" y="113810"/>
                  <a:pt x="0" y="73335"/>
                </a:cubicBezTo>
                <a:cubicBezTo>
                  <a:pt x="0" y="32860"/>
                  <a:pt x="32860" y="0"/>
                  <a:pt x="73335" y="0"/>
                </a:cubicBezTo>
                <a:close/>
                <a:moveTo>
                  <a:pt x="66460" y="34376"/>
                </a:moveTo>
                <a:lnTo>
                  <a:pt x="66460" y="73335"/>
                </a:lnTo>
                <a:cubicBezTo>
                  <a:pt x="66460" y="75627"/>
                  <a:pt x="67606" y="77776"/>
                  <a:pt x="69525" y="79065"/>
                </a:cubicBezTo>
                <a:lnTo>
                  <a:pt x="97026" y="97398"/>
                </a:lnTo>
                <a:cubicBezTo>
                  <a:pt x="100177" y="99518"/>
                  <a:pt x="104446" y="98659"/>
                  <a:pt x="106565" y="95479"/>
                </a:cubicBezTo>
                <a:cubicBezTo>
                  <a:pt x="108685" y="92299"/>
                  <a:pt x="107826" y="88060"/>
                  <a:pt x="104646" y="85940"/>
                </a:cubicBezTo>
                <a:lnTo>
                  <a:pt x="80211" y="69669"/>
                </a:lnTo>
                <a:lnTo>
                  <a:pt x="80211" y="34376"/>
                </a:lnTo>
                <a:cubicBezTo>
                  <a:pt x="80211" y="30566"/>
                  <a:pt x="77145" y="27501"/>
                  <a:pt x="73335" y="27501"/>
                </a:cubicBezTo>
                <a:cubicBezTo>
                  <a:pt x="69525" y="27501"/>
                  <a:pt x="66460" y="30566"/>
                  <a:pt x="66460" y="34376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5" name="Text 23"/>
          <p:cNvSpPr/>
          <p:nvPr/>
        </p:nvSpPr>
        <p:spPr>
          <a:xfrm>
            <a:off x="880024" y="5729323"/>
            <a:ext cx="1558376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Time-intensive analysis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86683" y="6096000"/>
            <a:ext cx="183338" cy="146671"/>
          </a:xfrm>
          <a:custGeom>
            <a:avLst/>
            <a:gdLst/>
            <a:ahLst/>
            <a:cxnLst/>
            <a:rect l="l" t="t" r="r" b="b"/>
            <a:pathLst>
              <a:path w="183338" h="146671">
                <a:moveTo>
                  <a:pt x="39074" y="36668"/>
                </a:moveTo>
                <a:cubicBezTo>
                  <a:pt x="39074" y="24386"/>
                  <a:pt x="45626" y="13038"/>
                  <a:pt x="56262" y="6897"/>
                </a:cubicBezTo>
                <a:cubicBezTo>
                  <a:pt x="66898" y="757"/>
                  <a:pt x="80002" y="757"/>
                  <a:pt x="90638" y="6897"/>
                </a:cubicBezTo>
                <a:cubicBezTo>
                  <a:pt x="101274" y="13038"/>
                  <a:pt x="107826" y="24386"/>
                  <a:pt x="107826" y="36668"/>
                </a:cubicBezTo>
                <a:cubicBezTo>
                  <a:pt x="107826" y="55640"/>
                  <a:pt x="92423" y="71044"/>
                  <a:pt x="73450" y="71044"/>
                </a:cubicBezTo>
                <a:cubicBezTo>
                  <a:pt x="54477" y="71044"/>
                  <a:pt x="39074" y="55640"/>
                  <a:pt x="39074" y="36668"/>
                </a:cubicBezTo>
                <a:close/>
                <a:moveTo>
                  <a:pt x="13865" y="138163"/>
                </a:moveTo>
                <a:cubicBezTo>
                  <a:pt x="13865" y="109946"/>
                  <a:pt x="36725" y="87086"/>
                  <a:pt x="64942" y="87086"/>
                </a:cubicBezTo>
                <a:lnTo>
                  <a:pt x="81958" y="87086"/>
                </a:lnTo>
                <a:cubicBezTo>
                  <a:pt x="110175" y="87086"/>
                  <a:pt x="133035" y="109946"/>
                  <a:pt x="133035" y="138163"/>
                </a:cubicBezTo>
                <a:cubicBezTo>
                  <a:pt x="133035" y="142861"/>
                  <a:pt x="129225" y="146671"/>
                  <a:pt x="124527" y="146671"/>
                </a:cubicBezTo>
                <a:lnTo>
                  <a:pt x="22373" y="146671"/>
                </a:lnTo>
                <a:cubicBezTo>
                  <a:pt x="17675" y="146671"/>
                  <a:pt x="13865" y="142861"/>
                  <a:pt x="13865" y="138163"/>
                </a:cubicBezTo>
                <a:close/>
                <a:moveTo>
                  <a:pt x="175403" y="35550"/>
                </a:moveTo>
                <a:cubicBezTo>
                  <a:pt x="178096" y="38243"/>
                  <a:pt x="178096" y="42598"/>
                  <a:pt x="175403" y="45262"/>
                </a:cubicBezTo>
                <a:lnTo>
                  <a:pt x="165692" y="54973"/>
                </a:lnTo>
                <a:lnTo>
                  <a:pt x="175403" y="64684"/>
                </a:lnTo>
                <a:cubicBezTo>
                  <a:pt x="178096" y="67377"/>
                  <a:pt x="178096" y="71731"/>
                  <a:pt x="175403" y="74395"/>
                </a:cubicBezTo>
                <a:cubicBezTo>
                  <a:pt x="172710" y="77059"/>
                  <a:pt x="168356" y="77088"/>
                  <a:pt x="165692" y="74395"/>
                </a:cubicBezTo>
                <a:lnTo>
                  <a:pt x="155981" y="64684"/>
                </a:lnTo>
                <a:lnTo>
                  <a:pt x="146270" y="74395"/>
                </a:lnTo>
                <a:cubicBezTo>
                  <a:pt x="143577" y="77088"/>
                  <a:pt x="139223" y="77088"/>
                  <a:pt x="136558" y="74395"/>
                </a:cubicBezTo>
                <a:cubicBezTo>
                  <a:pt x="133894" y="71702"/>
                  <a:pt x="133866" y="67348"/>
                  <a:pt x="136558" y="64684"/>
                </a:cubicBezTo>
                <a:lnTo>
                  <a:pt x="146270" y="54973"/>
                </a:lnTo>
                <a:lnTo>
                  <a:pt x="136558" y="45262"/>
                </a:lnTo>
                <a:cubicBezTo>
                  <a:pt x="133866" y="42569"/>
                  <a:pt x="133866" y="38215"/>
                  <a:pt x="136558" y="35550"/>
                </a:cubicBezTo>
                <a:cubicBezTo>
                  <a:pt x="139251" y="32886"/>
                  <a:pt x="143605" y="32858"/>
                  <a:pt x="146270" y="35550"/>
                </a:cubicBezTo>
                <a:lnTo>
                  <a:pt x="155981" y="45262"/>
                </a:lnTo>
                <a:lnTo>
                  <a:pt x="165692" y="35550"/>
                </a:lnTo>
                <a:cubicBezTo>
                  <a:pt x="168385" y="32858"/>
                  <a:pt x="172739" y="32858"/>
                  <a:pt x="175403" y="3555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7" name="Text 25"/>
          <p:cNvSpPr/>
          <p:nvPr/>
        </p:nvSpPr>
        <p:spPr>
          <a:xfrm>
            <a:off x="880024" y="6059332"/>
            <a:ext cx="1750881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error susceptibility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130412" y="5765991"/>
            <a:ext cx="146671" cy="146671"/>
          </a:xfrm>
          <a:custGeom>
            <a:avLst/>
            <a:gdLst/>
            <a:ahLst/>
            <a:cxnLst/>
            <a:rect l="l" t="t" r="r" b="b"/>
            <a:pathLst>
              <a:path w="146671" h="146671">
                <a:moveTo>
                  <a:pt x="18334" y="18334"/>
                </a:moveTo>
                <a:cubicBezTo>
                  <a:pt x="18334" y="13263"/>
                  <a:pt x="14237" y="9167"/>
                  <a:pt x="9167" y="9167"/>
                </a:cubicBezTo>
                <a:cubicBezTo>
                  <a:pt x="4096" y="9167"/>
                  <a:pt x="0" y="13263"/>
                  <a:pt x="0" y="18334"/>
                </a:cubicBezTo>
                <a:lnTo>
                  <a:pt x="0" y="114586"/>
                </a:lnTo>
                <a:cubicBezTo>
                  <a:pt x="0" y="127248"/>
                  <a:pt x="10255" y="137504"/>
                  <a:pt x="22917" y="137504"/>
                </a:cubicBezTo>
                <a:lnTo>
                  <a:pt x="137504" y="137504"/>
                </a:lnTo>
                <a:cubicBezTo>
                  <a:pt x="142574" y="137504"/>
                  <a:pt x="146671" y="133407"/>
                  <a:pt x="146671" y="128337"/>
                </a:cubicBezTo>
                <a:cubicBezTo>
                  <a:pt x="146671" y="123266"/>
                  <a:pt x="142574" y="119170"/>
                  <a:pt x="137504" y="119170"/>
                </a:cubicBezTo>
                <a:lnTo>
                  <a:pt x="22917" y="119170"/>
                </a:lnTo>
                <a:cubicBezTo>
                  <a:pt x="20396" y="119170"/>
                  <a:pt x="18334" y="117107"/>
                  <a:pt x="18334" y="114586"/>
                </a:cubicBezTo>
                <a:lnTo>
                  <a:pt x="18334" y="18334"/>
                </a:lnTo>
                <a:close/>
                <a:moveTo>
                  <a:pt x="134811" y="43142"/>
                </a:moveTo>
                <a:cubicBezTo>
                  <a:pt x="138392" y="39561"/>
                  <a:pt x="138392" y="33746"/>
                  <a:pt x="134811" y="30165"/>
                </a:cubicBezTo>
                <a:cubicBezTo>
                  <a:pt x="131230" y="26584"/>
                  <a:pt x="125415" y="26584"/>
                  <a:pt x="121834" y="30165"/>
                </a:cubicBezTo>
                <a:lnTo>
                  <a:pt x="91669" y="60358"/>
                </a:lnTo>
                <a:lnTo>
                  <a:pt x="75226" y="43944"/>
                </a:lnTo>
                <a:cubicBezTo>
                  <a:pt x="71645" y="40363"/>
                  <a:pt x="65830" y="40363"/>
                  <a:pt x="62249" y="43944"/>
                </a:cubicBezTo>
                <a:lnTo>
                  <a:pt x="34748" y="71445"/>
                </a:lnTo>
                <a:cubicBezTo>
                  <a:pt x="31168" y="75025"/>
                  <a:pt x="31168" y="80841"/>
                  <a:pt x="34748" y="84422"/>
                </a:cubicBezTo>
                <a:cubicBezTo>
                  <a:pt x="38329" y="88002"/>
                  <a:pt x="44144" y="88002"/>
                  <a:pt x="47725" y="84422"/>
                </a:cubicBezTo>
                <a:lnTo>
                  <a:pt x="68752" y="63395"/>
                </a:lnTo>
                <a:lnTo>
                  <a:pt x="85195" y="79838"/>
                </a:lnTo>
                <a:cubicBezTo>
                  <a:pt x="88776" y="83419"/>
                  <a:pt x="94591" y="83419"/>
                  <a:pt x="98172" y="79838"/>
                </a:cubicBezTo>
                <a:lnTo>
                  <a:pt x="134840" y="4317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9" name="Text 27"/>
          <p:cNvSpPr/>
          <p:nvPr/>
        </p:nvSpPr>
        <p:spPr>
          <a:xfrm>
            <a:off x="4405420" y="5729323"/>
            <a:ext cx="1210033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 scalability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121245" y="6096000"/>
            <a:ext cx="165005" cy="146671"/>
          </a:xfrm>
          <a:custGeom>
            <a:avLst/>
            <a:gdLst/>
            <a:ahLst/>
            <a:cxnLst/>
            <a:rect l="l" t="t" r="r" b="b"/>
            <a:pathLst>
              <a:path w="165005" h="146671">
                <a:moveTo>
                  <a:pt x="11745" y="-7133"/>
                </a:moveTo>
                <a:cubicBezTo>
                  <a:pt x="9052" y="-9826"/>
                  <a:pt x="4698" y="-9826"/>
                  <a:pt x="2034" y="-7133"/>
                </a:cubicBezTo>
                <a:cubicBezTo>
                  <a:pt x="-630" y="-4440"/>
                  <a:pt x="-659" y="-86"/>
                  <a:pt x="2005" y="2607"/>
                </a:cubicBezTo>
                <a:lnTo>
                  <a:pt x="153259" y="153861"/>
                </a:lnTo>
                <a:cubicBezTo>
                  <a:pt x="155952" y="156554"/>
                  <a:pt x="160306" y="156554"/>
                  <a:pt x="162971" y="153861"/>
                </a:cubicBezTo>
                <a:cubicBezTo>
                  <a:pt x="165635" y="151168"/>
                  <a:pt x="165663" y="146814"/>
                  <a:pt x="162971" y="144150"/>
                </a:cubicBezTo>
                <a:lnTo>
                  <a:pt x="135355" y="116534"/>
                </a:lnTo>
                <a:cubicBezTo>
                  <a:pt x="136129" y="115847"/>
                  <a:pt x="136902" y="115159"/>
                  <a:pt x="137647" y="114472"/>
                </a:cubicBezTo>
                <a:cubicBezTo>
                  <a:pt x="151054" y="102011"/>
                  <a:pt x="160020" y="87143"/>
                  <a:pt x="164288" y="76916"/>
                </a:cubicBezTo>
                <a:cubicBezTo>
                  <a:pt x="165234" y="74653"/>
                  <a:pt x="165234" y="72132"/>
                  <a:pt x="164288" y="69869"/>
                </a:cubicBezTo>
                <a:cubicBezTo>
                  <a:pt x="160020" y="59642"/>
                  <a:pt x="151054" y="44746"/>
                  <a:pt x="137647" y="32313"/>
                </a:cubicBezTo>
                <a:cubicBezTo>
                  <a:pt x="124154" y="19795"/>
                  <a:pt x="105620" y="9224"/>
                  <a:pt x="82474" y="9224"/>
                </a:cubicBezTo>
                <a:cubicBezTo>
                  <a:pt x="66202" y="9224"/>
                  <a:pt x="52223" y="14438"/>
                  <a:pt x="40650" y="21886"/>
                </a:cubicBezTo>
                <a:lnTo>
                  <a:pt x="11745" y="-7133"/>
                </a:lnTo>
                <a:close/>
                <a:moveTo>
                  <a:pt x="58582" y="39733"/>
                </a:moveTo>
                <a:cubicBezTo>
                  <a:pt x="65314" y="34920"/>
                  <a:pt x="73593" y="32084"/>
                  <a:pt x="82502" y="32084"/>
                </a:cubicBezTo>
                <a:cubicBezTo>
                  <a:pt x="105276" y="32084"/>
                  <a:pt x="123753" y="50561"/>
                  <a:pt x="123753" y="73335"/>
                </a:cubicBezTo>
                <a:cubicBezTo>
                  <a:pt x="123753" y="82244"/>
                  <a:pt x="120917" y="90495"/>
                  <a:pt x="116105" y="97255"/>
                </a:cubicBezTo>
                <a:lnTo>
                  <a:pt x="106164" y="87315"/>
                </a:lnTo>
                <a:cubicBezTo>
                  <a:pt x="109802" y="81185"/>
                  <a:pt x="111034" y="73650"/>
                  <a:pt x="109058" y="66202"/>
                </a:cubicBezTo>
                <a:cubicBezTo>
                  <a:pt x="105133" y="51535"/>
                  <a:pt x="90036" y="42827"/>
                  <a:pt x="75369" y="46751"/>
                </a:cubicBezTo>
                <a:cubicBezTo>
                  <a:pt x="72906" y="47410"/>
                  <a:pt x="70585" y="48384"/>
                  <a:pt x="68494" y="49616"/>
                </a:cubicBezTo>
                <a:lnTo>
                  <a:pt x="58554" y="39676"/>
                </a:lnTo>
                <a:close/>
                <a:moveTo>
                  <a:pt x="93187" y="113183"/>
                </a:moveTo>
                <a:cubicBezTo>
                  <a:pt x="89778" y="114099"/>
                  <a:pt x="86198" y="114586"/>
                  <a:pt x="82502" y="114586"/>
                </a:cubicBezTo>
                <a:cubicBezTo>
                  <a:pt x="59728" y="114586"/>
                  <a:pt x="41251" y="96109"/>
                  <a:pt x="41251" y="73335"/>
                </a:cubicBezTo>
                <a:cubicBezTo>
                  <a:pt x="41251" y="69640"/>
                  <a:pt x="41738" y="66059"/>
                  <a:pt x="42655" y="62650"/>
                </a:cubicBezTo>
                <a:lnTo>
                  <a:pt x="19881" y="39876"/>
                </a:lnTo>
                <a:cubicBezTo>
                  <a:pt x="10542" y="50418"/>
                  <a:pt x="4125" y="61590"/>
                  <a:pt x="716" y="69812"/>
                </a:cubicBezTo>
                <a:cubicBezTo>
                  <a:pt x="-229" y="72075"/>
                  <a:pt x="-229" y="74596"/>
                  <a:pt x="716" y="76859"/>
                </a:cubicBezTo>
                <a:cubicBezTo>
                  <a:pt x="4985" y="87086"/>
                  <a:pt x="13951" y="101982"/>
                  <a:pt x="27358" y="114415"/>
                </a:cubicBezTo>
                <a:cubicBezTo>
                  <a:pt x="40850" y="126933"/>
                  <a:pt x="59384" y="137504"/>
                  <a:pt x="82531" y="137504"/>
                </a:cubicBezTo>
                <a:cubicBezTo>
                  <a:pt x="93216" y="137504"/>
                  <a:pt x="102927" y="135241"/>
                  <a:pt x="111607" y="131603"/>
                </a:cubicBezTo>
                <a:lnTo>
                  <a:pt x="93216" y="113211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1" name="Text 29"/>
          <p:cNvSpPr/>
          <p:nvPr/>
        </p:nvSpPr>
        <p:spPr>
          <a:xfrm>
            <a:off x="4405420" y="6059332"/>
            <a:ext cx="1824217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Subjective decision-making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013461" y="375844"/>
            <a:ext cx="3804271" cy="3978442"/>
          </a:xfrm>
          <a:custGeom>
            <a:avLst/>
            <a:gdLst/>
            <a:ahLst/>
            <a:cxnLst/>
            <a:rect l="l" t="t" r="r" b="b"/>
            <a:pathLst>
              <a:path w="3804271" h="3978442">
                <a:moveTo>
                  <a:pt x="73346" y="0"/>
                </a:moveTo>
                <a:lnTo>
                  <a:pt x="3730924" y="0"/>
                </a:lnTo>
                <a:cubicBezTo>
                  <a:pt x="3771432" y="0"/>
                  <a:pt x="3804271" y="32838"/>
                  <a:pt x="3804271" y="73346"/>
                </a:cubicBezTo>
                <a:lnTo>
                  <a:pt x="3804271" y="3905096"/>
                </a:lnTo>
                <a:cubicBezTo>
                  <a:pt x="3804271" y="3945604"/>
                  <a:pt x="3771432" y="3978442"/>
                  <a:pt x="3730924" y="3978442"/>
                </a:cubicBezTo>
                <a:lnTo>
                  <a:pt x="73346" y="3978442"/>
                </a:lnTo>
                <a:cubicBezTo>
                  <a:pt x="32838" y="3978442"/>
                  <a:pt x="0" y="3945604"/>
                  <a:pt x="0" y="3905096"/>
                </a:cubicBezTo>
                <a:lnTo>
                  <a:pt x="0" y="73346"/>
                </a:lnTo>
                <a:cubicBezTo>
                  <a:pt x="0" y="32865"/>
                  <a:pt x="32865" y="0"/>
                  <a:pt x="73346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25400">
            <a:solidFill>
              <a:srgbClr val="3D8F8A">
                <a:alpha val="50196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87633" y="605017"/>
            <a:ext cx="3455928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3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Need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01383" y="1045029"/>
            <a:ext cx="3428427" cy="806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99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automated, reliable system that can classify images and videos as authentic or fabricated, especially in real-time scenarios.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242634" y="2032764"/>
            <a:ext cx="3345925" cy="623350"/>
          </a:xfrm>
          <a:custGeom>
            <a:avLst/>
            <a:gdLst/>
            <a:ahLst/>
            <a:cxnLst/>
            <a:rect l="l" t="t" r="r" b="b"/>
            <a:pathLst>
              <a:path w="3345925" h="623350">
                <a:moveTo>
                  <a:pt x="36665" y="0"/>
                </a:moveTo>
                <a:lnTo>
                  <a:pt x="3309259" y="0"/>
                </a:lnTo>
                <a:cubicBezTo>
                  <a:pt x="3329509" y="0"/>
                  <a:pt x="3345925" y="16416"/>
                  <a:pt x="3345925" y="36665"/>
                </a:cubicBezTo>
                <a:lnTo>
                  <a:pt x="3345925" y="586685"/>
                </a:lnTo>
                <a:cubicBezTo>
                  <a:pt x="3345925" y="606935"/>
                  <a:pt x="3329509" y="623350"/>
                  <a:pt x="3309259" y="623350"/>
                </a:cubicBezTo>
                <a:lnTo>
                  <a:pt x="36665" y="623350"/>
                </a:lnTo>
                <a:cubicBezTo>
                  <a:pt x="16416" y="623350"/>
                  <a:pt x="0" y="606935"/>
                  <a:pt x="0" y="586685"/>
                </a:cubicBezTo>
                <a:lnTo>
                  <a:pt x="0" y="36665"/>
                </a:lnTo>
                <a:cubicBezTo>
                  <a:pt x="0" y="16429"/>
                  <a:pt x="16429" y="0"/>
                  <a:pt x="3666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387013" y="2252770"/>
            <a:ext cx="160421" cy="183338"/>
          </a:xfrm>
          <a:custGeom>
            <a:avLst/>
            <a:gdLst/>
            <a:ahLst/>
            <a:cxnLst/>
            <a:rect l="l" t="t" r="r" b="b"/>
            <a:pathLst>
              <a:path w="160421" h="183338">
                <a:moveTo>
                  <a:pt x="121318" y="-3545"/>
                </a:moveTo>
                <a:cubicBezTo>
                  <a:pt x="125580" y="-466"/>
                  <a:pt x="127155" y="5121"/>
                  <a:pt x="125222" y="9991"/>
                </a:cubicBezTo>
                <a:lnTo>
                  <a:pt x="97148" y="80211"/>
                </a:lnTo>
                <a:lnTo>
                  <a:pt x="148962" y="80211"/>
                </a:lnTo>
                <a:cubicBezTo>
                  <a:pt x="153797" y="80211"/>
                  <a:pt x="158094" y="83218"/>
                  <a:pt x="159741" y="87766"/>
                </a:cubicBezTo>
                <a:cubicBezTo>
                  <a:pt x="161388" y="92314"/>
                  <a:pt x="159991" y="97398"/>
                  <a:pt x="156303" y="100478"/>
                </a:cubicBezTo>
                <a:lnTo>
                  <a:pt x="53175" y="186418"/>
                </a:lnTo>
                <a:cubicBezTo>
                  <a:pt x="49129" y="189784"/>
                  <a:pt x="43364" y="189963"/>
                  <a:pt x="39103" y="186883"/>
                </a:cubicBezTo>
                <a:cubicBezTo>
                  <a:pt x="34841" y="183804"/>
                  <a:pt x="33266" y="178218"/>
                  <a:pt x="35200" y="173348"/>
                </a:cubicBezTo>
                <a:lnTo>
                  <a:pt x="63273" y="103128"/>
                </a:lnTo>
                <a:lnTo>
                  <a:pt x="11459" y="103128"/>
                </a:lnTo>
                <a:cubicBezTo>
                  <a:pt x="6625" y="103128"/>
                  <a:pt x="2328" y="100120"/>
                  <a:pt x="680" y="95572"/>
                </a:cubicBezTo>
                <a:cubicBezTo>
                  <a:pt x="-967" y="91025"/>
                  <a:pt x="430" y="85940"/>
                  <a:pt x="4118" y="82860"/>
                </a:cubicBezTo>
                <a:lnTo>
                  <a:pt x="107246" y="-3080"/>
                </a:lnTo>
                <a:cubicBezTo>
                  <a:pt x="111292" y="-6445"/>
                  <a:pt x="117057" y="-6625"/>
                  <a:pt x="121318" y="-3545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7" name="Text 35"/>
          <p:cNvSpPr/>
          <p:nvPr/>
        </p:nvSpPr>
        <p:spPr>
          <a:xfrm>
            <a:off x="8691813" y="2142767"/>
            <a:ext cx="1411705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Processing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691813" y="2362773"/>
            <a:ext cx="1402538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classification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42634" y="2766117"/>
            <a:ext cx="3345925" cy="623350"/>
          </a:xfrm>
          <a:custGeom>
            <a:avLst/>
            <a:gdLst/>
            <a:ahLst/>
            <a:cxnLst/>
            <a:rect l="l" t="t" r="r" b="b"/>
            <a:pathLst>
              <a:path w="3345925" h="623350">
                <a:moveTo>
                  <a:pt x="36665" y="0"/>
                </a:moveTo>
                <a:lnTo>
                  <a:pt x="3309259" y="0"/>
                </a:lnTo>
                <a:cubicBezTo>
                  <a:pt x="3329509" y="0"/>
                  <a:pt x="3345925" y="16416"/>
                  <a:pt x="3345925" y="36665"/>
                </a:cubicBezTo>
                <a:lnTo>
                  <a:pt x="3345925" y="586685"/>
                </a:lnTo>
                <a:cubicBezTo>
                  <a:pt x="3345925" y="606935"/>
                  <a:pt x="3329509" y="623350"/>
                  <a:pt x="3309259" y="623350"/>
                </a:cubicBezTo>
                <a:lnTo>
                  <a:pt x="36665" y="623350"/>
                </a:lnTo>
                <a:cubicBezTo>
                  <a:pt x="16416" y="623350"/>
                  <a:pt x="0" y="606935"/>
                  <a:pt x="0" y="586685"/>
                </a:cubicBezTo>
                <a:lnTo>
                  <a:pt x="0" y="36665"/>
                </a:lnTo>
                <a:cubicBezTo>
                  <a:pt x="0" y="16429"/>
                  <a:pt x="16429" y="0"/>
                  <a:pt x="3666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398472" y="2986123"/>
            <a:ext cx="137504" cy="183338"/>
          </a:xfrm>
          <a:custGeom>
            <a:avLst/>
            <a:gdLst/>
            <a:ahLst/>
            <a:cxnLst/>
            <a:rect l="l" t="t" r="r" b="b"/>
            <a:pathLst>
              <a:path w="137504" h="183338">
                <a:moveTo>
                  <a:pt x="89485" y="23920"/>
                </a:moveTo>
                <a:cubicBezTo>
                  <a:pt x="93209" y="18799"/>
                  <a:pt x="92063" y="11638"/>
                  <a:pt x="86942" y="7914"/>
                </a:cubicBezTo>
                <a:cubicBezTo>
                  <a:pt x="81822" y="4190"/>
                  <a:pt x="74660" y="5335"/>
                  <a:pt x="70936" y="10456"/>
                </a:cubicBezTo>
                <a:lnTo>
                  <a:pt x="32979" y="62629"/>
                </a:lnTo>
                <a:lnTo>
                  <a:pt x="19551" y="49201"/>
                </a:lnTo>
                <a:cubicBezTo>
                  <a:pt x="15075" y="44725"/>
                  <a:pt x="7806" y="44725"/>
                  <a:pt x="3330" y="49201"/>
                </a:cubicBezTo>
                <a:cubicBezTo>
                  <a:pt x="-1146" y="53677"/>
                  <a:pt x="-1146" y="60946"/>
                  <a:pt x="3330" y="65422"/>
                </a:cubicBezTo>
                <a:lnTo>
                  <a:pt x="26247" y="88339"/>
                </a:lnTo>
                <a:cubicBezTo>
                  <a:pt x="28611" y="90702"/>
                  <a:pt x="31905" y="91920"/>
                  <a:pt x="35235" y="91669"/>
                </a:cubicBezTo>
                <a:cubicBezTo>
                  <a:pt x="38566" y="91419"/>
                  <a:pt x="41645" y="89700"/>
                  <a:pt x="43614" y="86978"/>
                </a:cubicBezTo>
                <a:lnTo>
                  <a:pt x="89449" y="23956"/>
                </a:lnTo>
                <a:close/>
                <a:moveTo>
                  <a:pt x="135319" y="72619"/>
                </a:moveTo>
                <a:cubicBezTo>
                  <a:pt x="139044" y="67499"/>
                  <a:pt x="137898" y="60337"/>
                  <a:pt x="132777" y="56613"/>
                </a:cubicBezTo>
                <a:cubicBezTo>
                  <a:pt x="127656" y="52889"/>
                  <a:pt x="120495" y="54035"/>
                  <a:pt x="116771" y="59155"/>
                </a:cubicBezTo>
                <a:lnTo>
                  <a:pt x="55897" y="142839"/>
                </a:lnTo>
                <a:lnTo>
                  <a:pt x="31010" y="117952"/>
                </a:lnTo>
                <a:cubicBezTo>
                  <a:pt x="26534" y="113476"/>
                  <a:pt x="19265" y="113476"/>
                  <a:pt x="14789" y="117952"/>
                </a:cubicBezTo>
                <a:cubicBezTo>
                  <a:pt x="10313" y="122428"/>
                  <a:pt x="10313" y="129698"/>
                  <a:pt x="14789" y="134174"/>
                </a:cubicBezTo>
                <a:lnTo>
                  <a:pt x="49165" y="168550"/>
                </a:lnTo>
                <a:cubicBezTo>
                  <a:pt x="51528" y="170913"/>
                  <a:pt x="54822" y="172130"/>
                  <a:pt x="58153" y="171880"/>
                </a:cubicBezTo>
                <a:cubicBezTo>
                  <a:pt x="61483" y="171629"/>
                  <a:pt x="64562" y="169910"/>
                  <a:pt x="66532" y="167189"/>
                </a:cubicBezTo>
                <a:lnTo>
                  <a:pt x="135284" y="72655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1" name="Text 39"/>
          <p:cNvSpPr/>
          <p:nvPr/>
        </p:nvSpPr>
        <p:spPr>
          <a:xfrm>
            <a:off x="8691813" y="2876120"/>
            <a:ext cx="1191699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Reliability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691813" y="3096126"/>
            <a:ext cx="1182532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accuracy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242634" y="3499471"/>
            <a:ext cx="3345925" cy="623350"/>
          </a:xfrm>
          <a:custGeom>
            <a:avLst/>
            <a:gdLst/>
            <a:ahLst/>
            <a:cxnLst/>
            <a:rect l="l" t="t" r="r" b="b"/>
            <a:pathLst>
              <a:path w="3345925" h="623350">
                <a:moveTo>
                  <a:pt x="36665" y="0"/>
                </a:moveTo>
                <a:lnTo>
                  <a:pt x="3309259" y="0"/>
                </a:lnTo>
                <a:cubicBezTo>
                  <a:pt x="3329509" y="0"/>
                  <a:pt x="3345925" y="16416"/>
                  <a:pt x="3345925" y="36665"/>
                </a:cubicBezTo>
                <a:lnTo>
                  <a:pt x="3345925" y="586685"/>
                </a:lnTo>
                <a:cubicBezTo>
                  <a:pt x="3345925" y="606935"/>
                  <a:pt x="3329509" y="623350"/>
                  <a:pt x="3309259" y="623350"/>
                </a:cubicBezTo>
                <a:lnTo>
                  <a:pt x="36665" y="623350"/>
                </a:lnTo>
                <a:cubicBezTo>
                  <a:pt x="16416" y="623350"/>
                  <a:pt x="0" y="606935"/>
                  <a:pt x="0" y="586685"/>
                </a:cubicBezTo>
                <a:lnTo>
                  <a:pt x="0" y="36665"/>
                </a:lnTo>
                <a:cubicBezTo>
                  <a:pt x="0" y="16429"/>
                  <a:pt x="16429" y="0"/>
                  <a:pt x="3666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387013" y="3719477"/>
            <a:ext cx="160421" cy="183338"/>
          </a:xfrm>
          <a:custGeom>
            <a:avLst/>
            <a:gdLst/>
            <a:ahLst/>
            <a:cxnLst/>
            <a:rect l="l" t="t" r="r" b="b"/>
            <a:pathLst>
              <a:path w="160421" h="183338">
                <a:moveTo>
                  <a:pt x="60158" y="11459"/>
                </a:moveTo>
                <a:lnTo>
                  <a:pt x="8594" y="11459"/>
                </a:lnTo>
                <a:cubicBezTo>
                  <a:pt x="3831" y="11459"/>
                  <a:pt x="0" y="15290"/>
                  <a:pt x="0" y="20053"/>
                </a:cubicBezTo>
                <a:lnTo>
                  <a:pt x="0" y="71617"/>
                </a:lnTo>
                <a:cubicBezTo>
                  <a:pt x="0" y="75090"/>
                  <a:pt x="2077" y="78241"/>
                  <a:pt x="5300" y="79566"/>
                </a:cubicBezTo>
                <a:cubicBezTo>
                  <a:pt x="8522" y="80891"/>
                  <a:pt x="12211" y="80139"/>
                  <a:pt x="14681" y="77704"/>
                </a:cubicBezTo>
                <a:lnTo>
                  <a:pt x="29005" y="63381"/>
                </a:lnTo>
                <a:lnTo>
                  <a:pt x="57293" y="91669"/>
                </a:lnTo>
                <a:lnTo>
                  <a:pt x="29005" y="119958"/>
                </a:lnTo>
                <a:lnTo>
                  <a:pt x="14681" y="105634"/>
                </a:lnTo>
                <a:cubicBezTo>
                  <a:pt x="12211" y="103164"/>
                  <a:pt x="8522" y="102447"/>
                  <a:pt x="5300" y="103772"/>
                </a:cubicBezTo>
                <a:cubicBezTo>
                  <a:pt x="2077" y="105097"/>
                  <a:pt x="0" y="108248"/>
                  <a:pt x="0" y="111722"/>
                </a:cubicBezTo>
                <a:lnTo>
                  <a:pt x="0" y="163286"/>
                </a:lnTo>
                <a:cubicBezTo>
                  <a:pt x="0" y="168048"/>
                  <a:pt x="3831" y="171880"/>
                  <a:pt x="8594" y="171880"/>
                </a:cubicBezTo>
                <a:lnTo>
                  <a:pt x="60158" y="171880"/>
                </a:lnTo>
                <a:cubicBezTo>
                  <a:pt x="63631" y="171880"/>
                  <a:pt x="66782" y="169803"/>
                  <a:pt x="68107" y="166580"/>
                </a:cubicBezTo>
                <a:cubicBezTo>
                  <a:pt x="69432" y="163357"/>
                  <a:pt x="68716" y="159669"/>
                  <a:pt x="66245" y="157198"/>
                </a:cubicBezTo>
                <a:lnTo>
                  <a:pt x="51922" y="142875"/>
                </a:lnTo>
                <a:lnTo>
                  <a:pt x="80211" y="114586"/>
                </a:lnTo>
                <a:lnTo>
                  <a:pt x="108499" y="142875"/>
                </a:lnTo>
                <a:lnTo>
                  <a:pt x="94176" y="157198"/>
                </a:lnTo>
                <a:cubicBezTo>
                  <a:pt x="91705" y="159669"/>
                  <a:pt x="90989" y="163357"/>
                  <a:pt x="92314" y="166580"/>
                </a:cubicBezTo>
                <a:cubicBezTo>
                  <a:pt x="93639" y="169803"/>
                  <a:pt x="96790" y="171880"/>
                  <a:pt x="100263" y="171880"/>
                </a:cubicBezTo>
                <a:lnTo>
                  <a:pt x="151827" y="171880"/>
                </a:lnTo>
                <a:cubicBezTo>
                  <a:pt x="156590" y="171880"/>
                  <a:pt x="160421" y="168048"/>
                  <a:pt x="160421" y="163286"/>
                </a:cubicBezTo>
                <a:lnTo>
                  <a:pt x="160421" y="111722"/>
                </a:lnTo>
                <a:cubicBezTo>
                  <a:pt x="160421" y="108248"/>
                  <a:pt x="158344" y="105097"/>
                  <a:pt x="155121" y="103772"/>
                </a:cubicBezTo>
                <a:cubicBezTo>
                  <a:pt x="151899" y="102447"/>
                  <a:pt x="148210" y="103164"/>
                  <a:pt x="145740" y="105634"/>
                </a:cubicBezTo>
                <a:lnTo>
                  <a:pt x="131416" y="119958"/>
                </a:lnTo>
                <a:lnTo>
                  <a:pt x="103128" y="91669"/>
                </a:lnTo>
                <a:lnTo>
                  <a:pt x="131416" y="63381"/>
                </a:lnTo>
                <a:lnTo>
                  <a:pt x="145740" y="77704"/>
                </a:lnTo>
                <a:cubicBezTo>
                  <a:pt x="148210" y="80175"/>
                  <a:pt x="151899" y="80891"/>
                  <a:pt x="155121" y="79566"/>
                </a:cubicBezTo>
                <a:cubicBezTo>
                  <a:pt x="158344" y="78241"/>
                  <a:pt x="160421" y="75090"/>
                  <a:pt x="160421" y="71617"/>
                </a:cubicBezTo>
                <a:lnTo>
                  <a:pt x="160421" y="20053"/>
                </a:lnTo>
                <a:cubicBezTo>
                  <a:pt x="160421" y="15290"/>
                  <a:pt x="156590" y="11459"/>
                  <a:pt x="151827" y="11459"/>
                </a:cubicBezTo>
                <a:lnTo>
                  <a:pt x="100263" y="11459"/>
                </a:lnTo>
                <a:cubicBezTo>
                  <a:pt x="96790" y="11459"/>
                  <a:pt x="93639" y="13536"/>
                  <a:pt x="92314" y="16758"/>
                </a:cubicBezTo>
                <a:cubicBezTo>
                  <a:pt x="90989" y="19981"/>
                  <a:pt x="91741" y="23669"/>
                  <a:pt x="94176" y="26140"/>
                </a:cubicBezTo>
                <a:lnTo>
                  <a:pt x="108499" y="40463"/>
                </a:lnTo>
                <a:lnTo>
                  <a:pt x="80211" y="68752"/>
                </a:lnTo>
                <a:lnTo>
                  <a:pt x="51922" y="40463"/>
                </a:lnTo>
                <a:lnTo>
                  <a:pt x="66245" y="26140"/>
                </a:lnTo>
                <a:cubicBezTo>
                  <a:pt x="68716" y="23669"/>
                  <a:pt x="69432" y="19981"/>
                  <a:pt x="68107" y="16758"/>
                </a:cubicBezTo>
                <a:cubicBezTo>
                  <a:pt x="66782" y="13536"/>
                  <a:pt x="63631" y="11459"/>
                  <a:pt x="60158" y="11459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5" name="Text 43"/>
          <p:cNvSpPr/>
          <p:nvPr/>
        </p:nvSpPr>
        <p:spPr>
          <a:xfrm>
            <a:off x="8691813" y="3609474"/>
            <a:ext cx="1420872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Deployment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691813" y="3829480"/>
            <a:ext cx="1411705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 integration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004294" y="4544499"/>
            <a:ext cx="3822605" cy="2310063"/>
          </a:xfrm>
          <a:custGeom>
            <a:avLst/>
            <a:gdLst/>
            <a:ahLst/>
            <a:cxnLst/>
            <a:rect l="l" t="t" r="r" b="b"/>
            <a:pathLst>
              <a:path w="3822605" h="2310063">
                <a:moveTo>
                  <a:pt x="73345" y="0"/>
                </a:moveTo>
                <a:lnTo>
                  <a:pt x="3749260" y="0"/>
                </a:lnTo>
                <a:cubicBezTo>
                  <a:pt x="3789767" y="0"/>
                  <a:pt x="3822605" y="32837"/>
                  <a:pt x="3822605" y="73345"/>
                </a:cubicBezTo>
                <a:lnTo>
                  <a:pt x="3822605" y="2236719"/>
                </a:lnTo>
                <a:cubicBezTo>
                  <a:pt x="3822605" y="2277226"/>
                  <a:pt x="3789767" y="2310063"/>
                  <a:pt x="3749260" y="2310063"/>
                </a:cubicBezTo>
                <a:lnTo>
                  <a:pt x="73345" y="2310063"/>
                </a:lnTo>
                <a:cubicBezTo>
                  <a:pt x="32837" y="2310063"/>
                  <a:pt x="0" y="2277226"/>
                  <a:pt x="0" y="2236719"/>
                </a:cubicBezTo>
                <a:lnTo>
                  <a:pt x="0" y="73345"/>
                </a:lnTo>
                <a:cubicBezTo>
                  <a:pt x="0" y="32865"/>
                  <a:pt x="32865" y="0"/>
                  <a:pt x="7334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8187633" y="4727838"/>
            <a:ext cx="3547597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 Areas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187633" y="5204517"/>
            <a:ext cx="73335" cy="73335"/>
          </a:xfrm>
          <a:custGeom>
            <a:avLst/>
            <a:gdLst/>
            <a:ahLst/>
            <a:cxnLst/>
            <a:rect l="l" t="t" r="r" b="b"/>
            <a:pathLst>
              <a:path w="73335" h="73335">
                <a:moveTo>
                  <a:pt x="36668" y="0"/>
                </a:moveTo>
                <a:lnTo>
                  <a:pt x="36668" y="0"/>
                </a:lnTo>
                <a:cubicBezTo>
                  <a:pt x="56905" y="0"/>
                  <a:pt x="73335" y="16430"/>
                  <a:pt x="73335" y="36668"/>
                </a:cubicBezTo>
                <a:lnTo>
                  <a:pt x="73335" y="36668"/>
                </a:lnTo>
                <a:cubicBezTo>
                  <a:pt x="73335" y="56905"/>
                  <a:pt x="56905" y="73335"/>
                  <a:pt x="36668" y="73335"/>
                </a:cubicBezTo>
                <a:lnTo>
                  <a:pt x="36668" y="73335"/>
                </a:lnTo>
                <a:cubicBezTo>
                  <a:pt x="16430" y="73335"/>
                  <a:pt x="0" y="56905"/>
                  <a:pt x="0" y="36668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50" name="Text 48"/>
          <p:cNvSpPr/>
          <p:nvPr/>
        </p:nvSpPr>
        <p:spPr>
          <a:xfrm>
            <a:off x="8370971" y="5131182"/>
            <a:ext cx="1512541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Media Platforms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187633" y="5534526"/>
            <a:ext cx="73335" cy="73335"/>
          </a:xfrm>
          <a:custGeom>
            <a:avLst/>
            <a:gdLst/>
            <a:ahLst/>
            <a:cxnLst/>
            <a:rect l="l" t="t" r="r" b="b"/>
            <a:pathLst>
              <a:path w="73335" h="73335">
                <a:moveTo>
                  <a:pt x="36668" y="0"/>
                </a:moveTo>
                <a:lnTo>
                  <a:pt x="36668" y="0"/>
                </a:lnTo>
                <a:cubicBezTo>
                  <a:pt x="56905" y="0"/>
                  <a:pt x="73335" y="16430"/>
                  <a:pt x="73335" y="36668"/>
                </a:cubicBezTo>
                <a:lnTo>
                  <a:pt x="73335" y="36668"/>
                </a:lnTo>
                <a:cubicBezTo>
                  <a:pt x="73335" y="56905"/>
                  <a:pt x="56905" y="73335"/>
                  <a:pt x="36668" y="73335"/>
                </a:cubicBezTo>
                <a:lnTo>
                  <a:pt x="36668" y="73335"/>
                </a:lnTo>
                <a:cubicBezTo>
                  <a:pt x="16430" y="73335"/>
                  <a:pt x="0" y="56905"/>
                  <a:pt x="0" y="36668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52" name="Text 50"/>
          <p:cNvSpPr/>
          <p:nvPr/>
        </p:nvSpPr>
        <p:spPr>
          <a:xfrm>
            <a:off x="8370971" y="5461191"/>
            <a:ext cx="1338370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News Organizations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187633" y="5864535"/>
            <a:ext cx="73335" cy="73335"/>
          </a:xfrm>
          <a:custGeom>
            <a:avLst/>
            <a:gdLst/>
            <a:ahLst/>
            <a:cxnLst/>
            <a:rect l="l" t="t" r="r" b="b"/>
            <a:pathLst>
              <a:path w="73335" h="73335">
                <a:moveTo>
                  <a:pt x="36668" y="0"/>
                </a:moveTo>
                <a:lnTo>
                  <a:pt x="36668" y="0"/>
                </a:lnTo>
                <a:cubicBezTo>
                  <a:pt x="56905" y="0"/>
                  <a:pt x="73335" y="16430"/>
                  <a:pt x="73335" y="36668"/>
                </a:cubicBezTo>
                <a:lnTo>
                  <a:pt x="73335" y="36668"/>
                </a:lnTo>
                <a:cubicBezTo>
                  <a:pt x="73335" y="56905"/>
                  <a:pt x="56905" y="73335"/>
                  <a:pt x="36668" y="73335"/>
                </a:cubicBezTo>
                <a:lnTo>
                  <a:pt x="36668" y="73335"/>
                </a:lnTo>
                <a:cubicBezTo>
                  <a:pt x="16430" y="73335"/>
                  <a:pt x="0" y="56905"/>
                  <a:pt x="0" y="36668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54" name="Text 52"/>
          <p:cNvSpPr/>
          <p:nvPr/>
        </p:nvSpPr>
        <p:spPr>
          <a:xfrm>
            <a:off x="8370971" y="5791200"/>
            <a:ext cx="1182532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Law Enforcement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187633" y="6194544"/>
            <a:ext cx="73335" cy="73335"/>
          </a:xfrm>
          <a:custGeom>
            <a:avLst/>
            <a:gdLst/>
            <a:ahLst/>
            <a:cxnLst/>
            <a:rect l="l" t="t" r="r" b="b"/>
            <a:pathLst>
              <a:path w="73335" h="73335">
                <a:moveTo>
                  <a:pt x="36668" y="0"/>
                </a:moveTo>
                <a:lnTo>
                  <a:pt x="36668" y="0"/>
                </a:lnTo>
                <a:cubicBezTo>
                  <a:pt x="56905" y="0"/>
                  <a:pt x="73335" y="16430"/>
                  <a:pt x="73335" y="36668"/>
                </a:cubicBezTo>
                <a:lnTo>
                  <a:pt x="73335" y="36668"/>
                </a:lnTo>
                <a:cubicBezTo>
                  <a:pt x="73335" y="56905"/>
                  <a:pt x="56905" y="73335"/>
                  <a:pt x="36668" y="73335"/>
                </a:cubicBezTo>
                <a:lnTo>
                  <a:pt x="36668" y="73335"/>
                </a:lnTo>
                <a:cubicBezTo>
                  <a:pt x="16430" y="73335"/>
                  <a:pt x="0" y="56905"/>
                  <a:pt x="0" y="36668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56" name="Text 54"/>
          <p:cNvSpPr/>
          <p:nvPr/>
        </p:nvSpPr>
        <p:spPr>
          <a:xfrm>
            <a:off x="8370971" y="6121209"/>
            <a:ext cx="1210033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Legal Proceedings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187633" y="6524553"/>
            <a:ext cx="73335" cy="73335"/>
          </a:xfrm>
          <a:custGeom>
            <a:avLst/>
            <a:gdLst/>
            <a:ahLst/>
            <a:cxnLst/>
            <a:rect l="l" t="t" r="r" b="b"/>
            <a:pathLst>
              <a:path w="73335" h="73335">
                <a:moveTo>
                  <a:pt x="36668" y="0"/>
                </a:moveTo>
                <a:lnTo>
                  <a:pt x="36668" y="0"/>
                </a:lnTo>
                <a:cubicBezTo>
                  <a:pt x="56905" y="0"/>
                  <a:pt x="73335" y="16430"/>
                  <a:pt x="73335" y="36668"/>
                </a:cubicBezTo>
                <a:lnTo>
                  <a:pt x="73335" y="36668"/>
                </a:lnTo>
                <a:cubicBezTo>
                  <a:pt x="73335" y="56905"/>
                  <a:pt x="56905" y="73335"/>
                  <a:pt x="36668" y="73335"/>
                </a:cubicBezTo>
                <a:lnTo>
                  <a:pt x="36668" y="73335"/>
                </a:lnTo>
                <a:cubicBezTo>
                  <a:pt x="16430" y="73335"/>
                  <a:pt x="0" y="56905"/>
                  <a:pt x="0" y="36668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58" name="Text 56"/>
          <p:cNvSpPr/>
          <p:nvPr/>
        </p:nvSpPr>
        <p:spPr>
          <a:xfrm>
            <a:off x="8370971" y="6451218"/>
            <a:ext cx="1265035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Corporate Security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88156" y="485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0019" y="85725"/>
                </a:moveTo>
                <a:cubicBezTo>
                  <a:pt x="150019" y="50240"/>
                  <a:pt x="121210" y="21431"/>
                  <a:pt x="85725" y="21431"/>
                </a:cubicBezTo>
                <a:cubicBezTo>
                  <a:pt x="50240" y="21431"/>
                  <a:pt x="21431" y="50240"/>
                  <a:pt x="21431" y="85725"/>
                </a:cubicBezTo>
                <a:cubicBezTo>
                  <a:pt x="21431" y="121210"/>
                  <a:pt x="50240" y="150019"/>
                  <a:pt x="85725" y="150019"/>
                </a:cubicBezTo>
                <a:cubicBezTo>
                  <a:pt x="121210" y="150019"/>
                  <a:pt x="150019" y="121210"/>
                  <a:pt x="150019" y="85725"/>
                </a:cubicBezTo>
                <a:close/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85725" y="112514"/>
                </a:moveTo>
                <a:cubicBezTo>
                  <a:pt x="100510" y="112514"/>
                  <a:pt x="112514" y="100510"/>
                  <a:pt x="112514" y="85725"/>
                </a:cubicBezTo>
                <a:cubicBezTo>
                  <a:pt x="112514" y="70940"/>
                  <a:pt x="100510" y="58936"/>
                  <a:pt x="85725" y="58936"/>
                </a:cubicBezTo>
                <a:cubicBezTo>
                  <a:pt x="70940" y="58936"/>
                  <a:pt x="58936" y="70940"/>
                  <a:pt x="58936" y="85725"/>
                </a:cubicBezTo>
                <a:cubicBezTo>
                  <a:pt x="58936" y="100510"/>
                  <a:pt x="70940" y="112514"/>
                  <a:pt x="85725" y="112514"/>
                </a:cubicBezTo>
                <a:close/>
                <a:moveTo>
                  <a:pt x="85725" y="37505"/>
                </a:moveTo>
                <a:cubicBezTo>
                  <a:pt x="112339" y="37505"/>
                  <a:pt x="133945" y="59111"/>
                  <a:pt x="133945" y="85725"/>
                </a:cubicBezTo>
                <a:cubicBezTo>
                  <a:pt x="133945" y="112339"/>
                  <a:pt x="112339" y="133945"/>
                  <a:pt x="85725" y="133945"/>
                </a:cubicBezTo>
                <a:cubicBezTo>
                  <a:pt x="59111" y="133945"/>
                  <a:pt x="37505" y="112339"/>
                  <a:pt x="37505" y="85725"/>
                </a:cubicBezTo>
                <a:cubicBezTo>
                  <a:pt x="37505" y="59111"/>
                  <a:pt x="59111" y="37505"/>
                  <a:pt x="85725" y="37505"/>
                </a:cubicBezTo>
                <a:close/>
                <a:moveTo>
                  <a:pt x="75009" y="85725"/>
                </a:moveTo>
                <a:cubicBezTo>
                  <a:pt x="75009" y="79811"/>
                  <a:pt x="79811" y="75009"/>
                  <a:pt x="85725" y="75009"/>
                </a:cubicBezTo>
                <a:cubicBezTo>
                  <a:pt x="91639" y="75009"/>
                  <a:pt x="96441" y="79811"/>
                  <a:pt x="96441" y="85725"/>
                </a:cubicBezTo>
                <a:cubicBezTo>
                  <a:pt x="96441" y="91639"/>
                  <a:pt x="91639" y="96441"/>
                  <a:pt x="85725" y="96441"/>
                </a:cubicBezTo>
                <a:cubicBezTo>
                  <a:pt x="79811" y="96441"/>
                  <a:pt x="75009" y="91639"/>
                  <a:pt x="75009" y="85725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45720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GOALS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382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954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562100"/>
            <a:ext cx="5581650" cy="1466850"/>
          </a:xfrm>
          <a:custGeom>
            <a:avLst/>
            <a:gdLst/>
            <a:ahLst/>
            <a:cxnLst/>
            <a:rect l="l" t="t" r="r" b="b"/>
            <a:pathLst>
              <a:path w="5581650" h="1466850">
                <a:moveTo>
                  <a:pt x="38100" y="0"/>
                </a:moveTo>
                <a:lnTo>
                  <a:pt x="5505447" y="0"/>
                </a:lnTo>
                <a:cubicBezTo>
                  <a:pt x="5547505" y="0"/>
                  <a:pt x="5581650" y="34145"/>
                  <a:pt x="5581650" y="76203"/>
                </a:cubicBezTo>
                <a:lnTo>
                  <a:pt x="5581650" y="1390647"/>
                </a:lnTo>
                <a:cubicBezTo>
                  <a:pt x="5581650" y="1432705"/>
                  <a:pt x="5547505" y="1466850"/>
                  <a:pt x="5505447" y="1466850"/>
                </a:cubicBez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00050" y="156210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3810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9" name="Shape 7"/>
          <p:cNvSpPr/>
          <p:nvPr/>
        </p:nvSpPr>
        <p:spPr>
          <a:xfrm>
            <a:off x="609600" y="1752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65870" y="1866900"/>
            <a:ext cx="333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95400" y="1752600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 CNN-Based Classification Model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95400" y="2095500"/>
            <a:ext cx="4572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a sophisticated convolutional neural network capable of distinguishing between authentic and manipulated images with high accuracy.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0050" y="3181350"/>
            <a:ext cx="5581650" cy="1219200"/>
          </a:xfrm>
          <a:custGeom>
            <a:avLst/>
            <a:gdLst/>
            <a:ahLst/>
            <a:cxnLst/>
            <a:rect l="l" t="t" r="r" b="b"/>
            <a:pathLst>
              <a:path w="5581650" h="1219200">
                <a:moveTo>
                  <a:pt x="3810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143000"/>
                </a:lnTo>
                <a:cubicBezTo>
                  <a:pt x="5581650" y="1185056"/>
                  <a:pt x="5547506" y="1219200"/>
                  <a:pt x="55054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00050" y="318135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5" name="Shape 13"/>
          <p:cNvSpPr/>
          <p:nvPr/>
        </p:nvSpPr>
        <p:spPr>
          <a:xfrm>
            <a:off x="609600" y="33718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43843" y="348615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95400" y="3371850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 Face Detection for Video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95400" y="3714750"/>
            <a:ext cx="4572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Incorporate advanced face detection mechanisms to analyze video content by processing individual frames and cropped facial regions.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0050" y="4552950"/>
            <a:ext cx="5581650" cy="1219200"/>
          </a:xfrm>
          <a:custGeom>
            <a:avLst/>
            <a:gdLst/>
            <a:ahLst/>
            <a:cxnLst/>
            <a:rect l="l" t="t" r="r" b="b"/>
            <a:pathLst>
              <a:path w="5581650" h="1219200">
                <a:moveTo>
                  <a:pt x="3810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143000"/>
                </a:lnTo>
                <a:cubicBezTo>
                  <a:pt x="5581650" y="1185056"/>
                  <a:pt x="5547506" y="1219200"/>
                  <a:pt x="55054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00050" y="455295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600" y="47434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40866" y="485775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95400" y="4743450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User-Friendly Web Interface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95400" y="5086350"/>
            <a:ext cx="4572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 an intuitive web application enabling non-technical users to upload media and receive real-time classification results.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29350" y="1562100"/>
            <a:ext cx="5581650" cy="1219200"/>
          </a:xfrm>
          <a:custGeom>
            <a:avLst/>
            <a:gdLst/>
            <a:ahLst/>
            <a:cxnLst/>
            <a:rect l="l" t="t" r="r" b="b"/>
            <a:pathLst>
              <a:path w="5581650" h="1219200">
                <a:moveTo>
                  <a:pt x="3810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143000"/>
                </a:lnTo>
                <a:cubicBezTo>
                  <a:pt x="5581650" y="1185056"/>
                  <a:pt x="5547506" y="1219200"/>
                  <a:pt x="55054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229350" y="15621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7" name="Shape 25"/>
          <p:cNvSpPr/>
          <p:nvPr/>
        </p:nvSpPr>
        <p:spPr>
          <a:xfrm>
            <a:off x="6438900" y="1752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573292" y="18669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24700" y="1752600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 Forensic Reports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124700" y="2095500"/>
            <a:ext cx="4572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automated report generation providing detailed analysis of examined media for legal and investigative purposes.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29350" y="2933700"/>
            <a:ext cx="5581650" cy="1219200"/>
          </a:xfrm>
          <a:custGeom>
            <a:avLst/>
            <a:gdLst/>
            <a:ahLst/>
            <a:cxnLst/>
            <a:rect l="l" t="t" r="r" b="b"/>
            <a:pathLst>
              <a:path w="5581650" h="1219200">
                <a:moveTo>
                  <a:pt x="3810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143000"/>
                </a:lnTo>
                <a:cubicBezTo>
                  <a:pt x="5581650" y="1185056"/>
                  <a:pt x="5547506" y="1219200"/>
                  <a:pt x="55054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229350" y="29337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3" name="Shape 31"/>
          <p:cNvSpPr/>
          <p:nvPr/>
        </p:nvSpPr>
        <p:spPr>
          <a:xfrm>
            <a:off x="6438900" y="3124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569869" y="323850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124700" y="3124200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Evaluate Performance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124700" y="3467100"/>
            <a:ext cx="4572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Conduct comprehensive system evaluation to identify areas for improvement and ensure deployment readiness.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15063" y="4310063"/>
            <a:ext cx="5591175" cy="2066925"/>
          </a:xfrm>
          <a:custGeom>
            <a:avLst/>
            <a:gdLst/>
            <a:ahLst/>
            <a:cxnLst/>
            <a:rect l="l" t="t" r="r" b="b"/>
            <a:pathLst>
              <a:path w="5591175" h="2066925">
                <a:moveTo>
                  <a:pt x="76208" y="0"/>
                </a:moveTo>
                <a:lnTo>
                  <a:pt x="5514967" y="0"/>
                </a:lnTo>
                <a:cubicBezTo>
                  <a:pt x="5557056" y="0"/>
                  <a:pt x="5591175" y="34119"/>
                  <a:pt x="5591175" y="76208"/>
                </a:cubicBezTo>
                <a:lnTo>
                  <a:pt x="5591175" y="1990717"/>
                </a:lnTo>
                <a:cubicBezTo>
                  <a:pt x="5591175" y="2032806"/>
                  <a:pt x="5557056" y="2066925"/>
                  <a:pt x="5514967" y="2066925"/>
                </a:cubicBezTo>
                <a:lnTo>
                  <a:pt x="76208" y="2066925"/>
                </a:lnTo>
                <a:cubicBezTo>
                  <a:pt x="34119" y="2066925"/>
                  <a:pt x="0" y="2032806"/>
                  <a:pt x="0" y="1990717"/>
                </a:cubicBezTo>
                <a:lnTo>
                  <a:pt x="0" y="76208"/>
                </a:lnTo>
                <a:cubicBezTo>
                  <a:pt x="0" y="34147"/>
                  <a:pt x="34147" y="0"/>
                  <a:pt x="7620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57950" y="45434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9" name="Text 37"/>
          <p:cNvSpPr/>
          <p:nvPr/>
        </p:nvSpPr>
        <p:spPr>
          <a:xfrm>
            <a:off x="6648450" y="4505325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 Metrics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38888" y="4924425"/>
            <a:ext cx="2686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&gt;95%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76988" y="5305425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 Accuracy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996363" y="4924425"/>
            <a:ext cx="2686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&lt;3s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034463" y="5305425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Inference Time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38888" y="5610225"/>
            <a:ext cx="2686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76988" y="5991225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Interface Uptime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996363" y="5610225"/>
            <a:ext cx="2686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24/7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034463" y="5991225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Availability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88156" y="485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4294" y="21431"/>
                </a:moveTo>
                <a:cubicBezTo>
                  <a:pt x="64294" y="15504"/>
                  <a:pt x="69082" y="10716"/>
                  <a:pt x="75009" y="10716"/>
                </a:cubicBezTo>
                <a:lnTo>
                  <a:pt x="96441" y="10716"/>
                </a:lnTo>
                <a:cubicBezTo>
                  <a:pt x="102368" y="10716"/>
                  <a:pt x="107156" y="15504"/>
                  <a:pt x="107156" y="21431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93762" y="53578"/>
                </a:lnTo>
                <a:lnTo>
                  <a:pt x="93762" y="75009"/>
                </a:lnTo>
                <a:lnTo>
                  <a:pt x="133945" y="75009"/>
                </a:lnTo>
                <a:cubicBezTo>
                  <a:pt x="147273" y="75009"/>
                  <a:pt x="158055" y="85792"/>
                  <a:pt x="158055" y="99120"/>
                </a:cubicBezTo>
                <a:lnTo>
                  <a:pt x="158055" y="117872"/>
                </a:lnTo>
                <a:lnTo>
                  <a:pt x="160734" y="117872"/>
                </a:lnTo>
                <a:cubicBezTo>
                  <a:pt x="166661" y="117872"/>
                  <a:pt x="171450" y="122660"/>
                  <a:pt x="171450" y="128588"/>
                </a:cubicBezTo>
                <a:lnTo>
                  <a:pt x="171450" y="150019"/>
                </a:lnTo>
                <a:cubicBezTo>
                  <a:pt x="171450" y="155946"/>
                  <a:pt x="166661" y="160734"/>
                  <a:pt x="160734" y="160734"/>
                </a:cubicBezTo>
                <a:lnTo>
                  <a:pt x="139303" y="160734"/>
                </a:lnTo>
                <a:cubicBezTo>
                  <a:pt x="133376" y="160734"/>
                  <a:pt x="128588" y="155946"/>
                  <a:pt x="128588" y="150019"/>
                </a:cubicBezTo>
                <a:lnTo>
                  <a:pt x="128588" y="128588"/>
                </a:lnTo>
                <a:cubicBezTo>
                  <a:pt x="128588" y="122660"/>
                  <a:pt x="133376" y="117872"/>
                  <a:pt x="139303" y="117872"/>
                </a:cubicBezTo>
                <a:lnTo>
                  <a:pt x="141982" y="117872"/>
                </a:lnTo>
                <a:lnTo>
                  <a:pt x="141982" y="99120"/>
                </a:lnTo>
                <a:cubicBezTo>
                  <a:pt x="141982" y="94666"/>
                  <a:pt x="138399" y="91083"/>
                  <a:pt x="133945" y="91083"/>
                </a:cubicBezTo>
                <a:lnTo>
                  <a:pt x="93762" y="91083"/>
                </a:lnTo>
                <a:lnTo>
                  <a:pt x="93762" y="117872"/>
                </a:lnTo>
                <a:lnTo>
                  <a:pt x="96441" y="117872"/>
                </a:lnTo>
                <a:cubicBezTo>
                  <a:pt x="102368" y="117872"/>
                  <a:pt x="107156" y="122660"/>
                  <a:pt x="107156" y="128588"/>
                </a:cubicBezTo>
                <a:lnTo>
                  <a:pt x="107156" y="150019"/>
                </a:lnTo>
                <a:cubicBezTo>
                  <a:pt x="107156" y="155946"/>
                  <a:pt x="102368" y="160734"/>
                  <a:pt x="96441" y="160734"/>
                </a:cubicBezTo>
                <a:lnTo>
                  <a:pt x="75009" y="160734"/>
                </a:lnTo>
                <a:cubicBezTo>
                  <a:pt x="69082" y="160734"/>
                  <a:pt x="64294" y="155946"/>
                  <a:pt x="64294" y="150019"/>
                </a:cubicBezTo>
                <a:lnTo>
                  <a:pt x="64294" y="128588"/>
                </a:lnTo>
                <a:cubicBezTo>
                  <a:pt x="64294" y="122660"/>
                  <a:pt x="69082" y="117872"/>
                  <a:pt x="75009" y="117872"/>
                </a:cubicBezTo>
                <a:lnTo>
                  <a:pt x="77688" y="117872"/>
                </a:lnTo>
                <a:lnTo>
                  <a:pt x="77688" y="91083"/>
                </a:lnTo>
                <a:lnTo>
                  <a:pt x="37505" y="91083"/>
                </a:lnTo>
                <a:cubicBezTo>
                  <a:pt x="33051" y="91083"/>
                  <a:pt x="29468" y="94666"/>
                  <a:pt x="29468" y="99120"/>
                </a:cubicBezTo>
                <a:lnTo>
                  <a:pt x="29468" y="117872"/>
                </a:lnTo>
                <a:lnTo>
                  <a:pt x="32147" y="117872"/>
                </a:lnTo>
                <a:cubicBezTo>
                  <a:pt x="38074" y="117872"/>
                  <a:pt x="42863" y="122660"/>
                  <a:pt x="42863" y="128588"/>
                </a:cubicBezTo>
                <a:lnTo>
                  <a:pt x="42863" y="150019"/>
                </a:lnTo>
                <a:cubicBezTo>
                  <a:pt x="42863" y="155946"/>
                  <a:pt x="38074" y="160734"/>
                  <a:pt x="32147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28588"/>
                </a:lnTo>
                <a:cubicBezTo>
                  <a:pt x="0" y="122660"/>
                  <a:pt x="4789" y="117872"/>
                  <a:pt x="10716" y="117872"/>
                </a:cubicBezTo>
                <a:lnTo>
                  <a:pt x="13395" y="117872"/>
                </a:lnTo>
                <a:lnTo>
                  <a:pt x="13395" y="99120"/>
                </a:lnTo>
                <a:cubicBezTo>
                  <a:pt x="13395" y="85792"/>
                  <a:pt x="24177" y="75009"/>
                  <a:pt x="37505" y="75009"/>
                </a:cubicBezTo>
                <a:lnTo>
                  <a:pt x="77688" y="75009"/>
                </a:lnTo>
                <a:lnTo>
                  <a:pt x="77688" y="53578"/>
                </a:lnTo>
                <a:lnTo>
                  <a:pt x="75009" y="53578"/>
                </a:lnTo>
                <a:cubicBezTo>
                  <a:pt x="69082" y="53578"/>
                  <a:pt x="64294" y="48790"/>
                  <a:pt x="64294" y="42863"/>
                </a:cubicBezTo>
                <a:lnTo>
                  <a:pt x="64294" y="21431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45720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382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System Architecture &amp; Design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954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7" name="Shape 5"/>
          <p:cNvSpPr/>
          <p:nvPr/>
        </p:nvSpPr>
        <p:spPr>
          <a:xfrm>
            <a:off x="381000" y="1485900"/>
            <a:ext cx="6724650" cy="5372100"/>
          </a:xfrm>
          <a:custGeom>
            <a:avLst/>
            <a:gdLst/>
            <a:ahLst/>
            <a:cxnLst/>
            <a:rect l="l" t="t" r="r" b="b"/>
            <a:pathLst>
              <a:path w="6724650" h="5372100">
                <a:moveTo>
                  <a:pt x="76176" y="0"/>
                </a:moveTo>
                <a:lnTo>
                  <a:pt x="6648474" y="0"/>
                </a:lnTo>
                <a:cubicBezTo>
                  <a:pt x="6690545" y="0"/>
                  <a:pt x="6724650" y="34105"/>
                  <a:pt x="6724650" y="76176"/>
                </a:cubicBezTo>
                <a:lnTo>
                  <a:pt x="6724650" y="5295924"/>
                </a:lnTo>
                <a:cubicBezTo>
                  <a:pt x="6724650" y="5337995"/>
                  <a:pt x="6690545" y="5372100"/>
                  <a:pt x="6648474" y="5372100"/>
                </a:cubicBezTo>
                <a:lnTo>
                  <a:pt x="76176" y="5372100"/>
                </a:lnTo>
                <a:cubicBezTo>
                  <a:pt x="34105" y="5372100"/>
                  <a:pt x="0" y="5337995"/>
                  <a:pt x="0" y="5295924"/>
                </a:cubicBezTo>
                <a:lnTo>
                  <a:pt x="0" y="76176"/>
                </a:lnTo>
                <a:cubicBezTo>
                  <a:pt x="0" y="34105"/>
                  <a:pt x="34105" y="0"/>
                  <a:pt x="76176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85775" y="1638300"/>
            <a:ext cx="6515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Three-Layer Modular Architecture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2925" y="2066925"/>
            <a:ext cx="6400800" cy="1162050"/>
          </a:xfrm>
          <a:custGeom>
            <a:avLst/>
            <a:gdLst/>
            <a:ahLst/>
            <a:cxnLst/>
            <a:rect l="l" t="t" r="r" b="b"/>
            <a:pathLst>
              <a:path w="6400800" h="1162050">
                <a:moveTo>
                  <a:pt x="76196" y="0"/>
                </a:moveTo>
                <a:lnTo>
                  <a:pt x="6324604" y="0"/>
                </a:lnTo>
                <a:cubicBezTo>
                  <a:pt x="6366686" y="0"/>
                  <a:pt x="6400800" y="34114"/>
                  <a:pt x="6400800" y="76196"/>
                </a:cubicBezTo>
                <a:lnTo>
                  <a:pt x="6400800" y="1085854"/>
                </a:lnTo>
                <a:cubicBezTo>
                  <a:pt x="6400800" y="1127936"/>
                  <a:pt x="6366686" y="1162050"/>
                  <a:pt x="6324604" y="1162050"/>
                </a:cubicBezTo>
                <a:lnTo>
                  <a:pt x="76196" y="1162050"/>
                </a:lnTo>
                <a:cubicBezTo>
                  <a:pt x="34114" y="1162050"/>
                  <a:pt x="0" y="1127936"/>
                  <a:pt x="0" y="108585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25400">
            <a:solidFill>
              <a:srgbClr val="3D8F8A">
                <a:alpha val="5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6750" y="2190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1" name="Shape 9"/>
          <p:cNvSpPr/>
          <p:nvPr/>
        </p:nvSpPr>
        <p:spPr>
          <a:xfrm>
            <a:off x="790575" y="23050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2" name="Text 10"/>
          <p:cNvSpPr/>
          <p:nvPr/>
        </p:nvSpPr>
        <p:spPr>
          <a:xfrm>
            <a:off x="1162050" y="2247900"/>
            <a:ext cx="87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62050" y="2647950"/>
            <a:ext cx="5734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downloading, extraction, and splitting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into structured directories for training, validation, and testing with class balance maintenance.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5665" y="33147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5" name="Shape 13"/>
          <p:cNvSpPr/>
          <p:nvPr/>
        </p:nvSpPr>
        <p:spPr>
          <a:xfrm>
            <a:off x="542925" y="3590925"/>
            <a:ext cx="6400800" cy="1162050"/>
          </a:xfrm>
          <a:custGeom>
            <a:avLst/>
            <a:gdLst/>
            <a:ahLst/>
            <a:cxnLst/>
            <a:rect l="l" t="t" r="r" b="b"/>
            <a:pathLst>
              <a:path w="6400800" h="1162050">
                <a:moveTo>
                  <a:pt x="76196" y="0"/>
                </a:moveTo>
                <a:lnTo>
                  <a:pt x="6324604" y="0"/>
                </a:lnTo>
                <a:cubicBezTo>
                  <a:pt x="6366686" y="0"/>
                  <a:pt x="6400800" y="34114"/>
                  <a:pt x="6400800" y="76196"/>
                </a:cubicBezTo>
                <a:lnTo>
                  <a:pt x="6400800" y="1085854"/>
                </a:lnTo>
                <a:cubicBezTo>
                  <a:pt x="6400800" y="1127936"/>
                  <a:pt x="6366686" y="1162050"/>
                  <a:pt x="6324604" y="1162050"/>
                </a:cubicBezTo>
                <a:lnTo>
                  <a:pt x="76196" y="1162050"/>
                </a:lnTo>
                <a:cubicBezTo>
                  <a:pt x="34114" y="1162050"/>
                  <a:pt x="0" y="1127936"/>
                  <a:pt x="0" y="108585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25400">
            <a:solidFill>
              <a:srgbClr val="3D8F8A">
                <a:alpha val="5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6750" y="3714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7" name="Shape 15"/>
          <p:cNvSpPr/>
          <p:nvPr/>
        </p:nvSpPr>
        <p:spPr>
          <a:xfrm>
            <a:off x="781050" y="38290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2388" y="7144"/>
                </a:moveTo>
                <a:cubicBezTo>
                  <a:pt x="52388" y="3185"/>
                  <a:pt x="49203" y="0"/>
                  <a:pt x="45244" y="0"/>
                </a:cubicBezTo>
                <a:cubicBezTo>
                  <a:pt x="41285" y="0"/>
                  <a:pt x="38100" y="3185"/>
                  <a:pt x="38100" y="7144"/>
                </a:cubicBezTo>
                <a:lnTo>
                  <a:pt x="38100" y="19050"/>
                </a:lnTo>
                <a:cubicBezTo>
                  <a:pt x="27593" y="19050"/>
                  <a:pt x="19050" y="27593"/>
                  <a:pt x="19050" y="38100"/>
                </a:cubicBezTo>
                <a:lnTo>
                  <a:pt x="7144" y="38100"/>
                </a:lnTo>
                <a:cubicBezTo>
                  <a:pt x="3185" y="38100"/>
                  <a:pt x="0" y="41285"/>
                  <a:pt x="0" y="45244"/>
                </a:cubicBezTo>
                <a:cubicBezTo>
                  <a:pt x="0" y="49203"/>
                  <a:pt x="3185" y="52388"/>
                  <a:pt x="7144" y="52388"/>
                </a:cubicBezTo>
                <a:lnTo>
                  <a:pt x="19050" y="52388"/>
                </a:lnTo>
                <a:lnTo>
                  <a:pt x="19050" y="69056"/>
                </a:lnTo>
                <a:lnTo>
                  <a:pt x="7144" y="69056"/>
                </a:lnTo>
                <a:cubicBezTo>
                  <a:pt x="3185" y="69056"/>
                  <a:pt x="0" y="72241"/>
                  <a:pt x="0" y="76200"/>
                </a:cubicBezTo>
                <a:cubicBezTo>
                  <a:pt x="0" y="80159"/>
                  <a:pt x="3185" y="83344"/>
                  <a:pt x="7144" y="83344"/>
                </a:cubicBezTo>
                <a:lnTo>
                  <a:pt x="19050" y="83344"/>
                </a:lnTo>
                <a:lnTo>
                  <a:pt x="19050" y="100013"/>
                </a:lnTo>
                <a:lnTo>
                  <a:pt x="7144" y="100013"/>
                </a:lnTo>
                <a:cubicBezTo>
                  <a:pt x="3185" y="100013"/>
                  <a:pt x="0" y="103197"/>
                  <a:pt x="0" y="107156"/>
                </a:cubicBezTo>
                <a:cubicBezTo>
                  <a:pt x="0" y="111115"/>
                  <a:pt x="3185" y="114300"/>
                  <a:pt x="7144" y="114300"/>
                </a:cubicBezTo>
                <a:lnTo>
                  <a:pt x="19050" y="114300"/>
                </a:lnTo>
                <a:cubicBezTo>
                  <a:pt x="19050" y="124807"/>
                  <a:pt x="27593" y="133350"/>
                  <a:pt x="38100" y="133350"/>
                </a:cubicBezTo>
                <a:lnTo>
                  <a:pt x="38100" y="145256"/>
                </a:lnTo>
                <a:cubicBezTo>
                  <a:pt x="38100" y="149215"/>
                  <a:pt x="41285" y="152400"/>
                  <a:pt x="45244" y="152400"/>
                </a:cubicBezTo>
                <a:cubicBezTo>
                  <a:pt x="49203" y="152400"/>
                  <a:pt x="52388" y="149215"/>
                  <a:pt x="52388" y="145256"/>
                </a:cubicBezTo>
                <a:lnTo>
                  <a:pt x="52388" y="133350"/>
                </a:lnTo>
                <a:lnTo>
                  <a:pt x="69056" y="133350"/>
                </a:lnTo>
                <a:lnTo>
                  <a:pt x="69056" y="145256"/>
                </a:lnTo>
                <a:cubicBezTo>
                  <a:pt x="69056" y="149215"/>
                  <a:pt x="72241" y="152400"/>
                  <a:pt x="76200" y="152400"/>
                </a:cubicBezTo>
                <a:cubicBezTo>
                  <a:pt x="80159" y="152400"/>
                  <a:pt x="83344" y="149215"/>
                  <a:pt x="83344" y="145256"/>
                </a:cubicBezTo>
                <a:lnTo>
                  <a:pt x="83344" y="133350"/>
                </a:lnTo>
                <a:lnTo>
                  <a:pt x="100013" y="133350"/>
                </a:lnTo>
                <a:lnTo>
                  <a:pt x="100013" y="145256"/>
                </a:lnTo>
                <a:cubicBezTo>
                  <a:pt x="100013" y="149215"/>
                  <a:pt x="103197" y="152400"/>
                  <a:pt x="107156" y="152400"/>
                </a:cubicBezTo>
                <a:cubicBezTo>
                  <a:pt x="111115" y="152400"/>
                  <a:pt x="114300" y="149215"/>
                  <a:pt x="114300" y="145256"/>
                </a:cubicBezTo>
                <a:lnTo>
                  <a:pt x="114300" y="133350"/>
                </a:lnTo>
                <a:cubicBezTo>
                  <a:pt x="124807" y="133350"/>
                  <a:pt x="133350" y="124807"/>
                  <a:pt x="133350" y="114300"/>
                </a:cubicBezTo>
                <a:lnTo>
                  <a:pt x="145256" y="114300"/>
                </a:lnTo>
                <a:cubicBezTo>
                  <a:pt x="149215" y="114300"/>
                  <a:pt x="152400" y="111115"/>
                  <a:pt x="152400" y="107156"/>
                </a:cubicBezTo>
                <a:cubicBezTo>
                  <a:pt x="152400" y="103197"/>
                  <a:pt x="149215" y="100013"/>
                  <a:pt x="145256" y="100013"/>
                </a:cubicBezTo>
                <a:lnTo>
                  <a:pt x="133350" y="100013"/>
                </a:lnTo>
                <a:lnTo>
                  <a:pt x="133350" y="83344"/>
                </a:lnTo>
                <a:lnTo>
                  <a:pt x="145256" y="83344"/>
                </a:lnTo>
                <a:cubicBezTo>
                  <a:pt x="149215" y="83344"/>
                  <a:pt x="152400" y="80159"/>
                  <a:pt x="152400" y="76200"/>
                </a:cubicBezTo>
                <a:cubicBezTo>
                  <a:pt x="152400" y="72241"/>
                  <a:pt x="149215" y="69056"/>
                  <a:pt x="145256" y="69056"/>
                </a:cubicBezTo>
                <a:lnTo>
                  <a:pt x="133350" y="69056"/>
                </a:lnTo>
                <a:lnTo>
                  <a:pt x="133350" y="52388"/>
                </a:lnTo>
                <a:lnTo>
                  <a:pt x="145256" y="52388"/>
                </a:lnTo>
                <a:cubicBezTo>
                  <a:pt x="149215" y="52388"/>
                  <a:pt x="152400" y="49203"/>
                  <a:pt x="152400" y="45244"/>
                </a:cubicBezTo>
                <a:cubicBezTo>
                  <a:pt x="152400" y="41285"/>
                  <a:pt x="149215" y="38100"/>
                  <a:pt x="145256" y="38100"/>
                </a:cubicBezTo>
                <a:lnTo>
                  <a:pt x="133350" y="38100"/>
                </a:lnTo>
                <a:cubicBezTo>
                  <a:pt x="133350" y="27593"/>
                  <a:pt x="124807" y="19050"/>
                  <a:pt x="114300" y="19050"/>
                </a:cubicBezTo>
                <a:lnTo>
                  <a:pt x="114300" y="7144"/>
                </a:lnTo>
                <a:cubicBezTo>
                  <a:pt x="114300" y="3185"/>
                  <a:pt x="111115" y="0"/>
                  <a:pt x="107156" y="0"/>
                </a:cubicBezTo>
                <a:cubicBezTo>
                  <a:pt x="103197" y="0"/>
                  <a:pt x="100013" y="3185"/>
                  <a:pt x="100013" y="7144"/>
                </a:cubicBezTo>
                <a:lnTo>
                  <a:pt x="100013" y="19050"/>
                </a:lnTo>
                <a:lnTo>
                  <a:pt x="83344" y="19050"/>
                </a:lnTo>
                <a:lnTo>
                  <a:pt x="83344" y="7144"/>
                </a:lnTo>
                <a:cubicBezTo>
                  <a:pt x="83344" y="3185"/>
                  <a:pt x="80159" y="0"/>
                  <a:pt x="76200" y="0"/>
                </a:cubicBezTo>
                <a:cubicBezTo>
                  <a:pt x="72241" y="0"/>
                  <a:pt x="69056" y="3185"/>
                  <a:pt x="69056" y="7144"/>
                </a:cubicBezTo>
                <a:lnTo>
                  <a:pt x="69056" y="19050"/>
                </a:lnTo>
                <a:lnTo>
                  <a:pt x="52388" y="19050"/>
                </a:lnTo>
                <a:lnTo>
                  <a:pt x="52388" y="7144"/>
                </a:lnTo>
                <a:close/>
                <a:moveTo>
                  <a:pt x="47625" y="38100"/>
                </a:moveTo>
                <a:lnTo>
                  <a:pt x="104775" y="38100"/>
                </a:lnTo>
                <a:cubicBezTo>
                  <a:pt x="110044" y="38100"/>
                  <a:pt x="114300" y="42356"/>
                  <a:pt x="114300" y="47625"/>
                </a:cubicBezTo>
                <a:lnTo>
                  <a:pt x="114300" y="104775"/>
                </a:lnTo>
                <a:cubicBezTo>
                  <a:pt x="114300" y="110044"/>
                  <a:pt x="110044" y="114300"/>
                  <a:pt x="104775" y="114300"/>
                </a:cubicBezTo>
                <a:lnTo>
                  <a:pt x="47625" y="114300"/>
                </a:lnTo>
                <a:cubicBezTo>
                  <a:pt x="42356" y="114300"/>
                  <a:pt x="38100" y="110044"/>
                  <a:pt x="38100" y="104775"/>
                </a:cubicBezTo>
                <a:lnTo>
                  <a:pt x="38100" y="47625"/>
                </a:lnTo>
                <a:cubicBezTo>
                  <a:pt x="38100" y="42356"/>
                  <a:pt x="42356" y="38100"/>
                  <a:pt x="47625" y="38100"/>
                </a:cubicBezTo>
                <a:close/>
                <a:moveTo>
                  <a:pt x="52388" y="52388"/>
                </a:moveTo>
                <a:lnTo>
                  <a:pt x="52388" y="100013"/>
                </a:lnTo>
                <a:lnTo>
                  <a:pt x="100013" y="100013"/>
                </a:lnTo>
                <a:lnTo>
                  <a:pt x="100013" y="52388"/>
                </a:lnTo>
                <a:lnTo>
                  <a:pt x="52388" y="52388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8" name="Text 16"/>
          <p:cNvSpPr/>
          <p:nvPr/>
        </p:nvSpPr>
        <p:spPr>
          <a:xfrm>
            <a:off x="1162050" y="3771900"/>
            <a:ext cx="132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Processing Layer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62050" y="4171950"/>
            <a:ext cx="5734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CNN model for feature extraction and classification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convolutional layers, batch normalization, and dense networks for binary decision-making.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55665" y="48387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542925" y="5114925"/>
            <a:ext cx="6400800" cy="1162050"/>
          </a:xfrm>
          <a:custGeom>
            <a:avLst/>
            <a:gdLst/>
            <a:ahLst/>
            <a:cxnLst/>
            <a:rect l="l" t="t" r="r" b="b"/>
            <a:pathLst>
              <a:path w="6400800" h="1162050">
                <a:moveTo>
                  <a:pt x="76196" y="0"/>
                </a:moveTo>
                <a:lnTo>
                  <a:pt x="6324604" y="0"/>
                </a:lnTo>
                <a:cubicBezTo>
                  <a:pt x="6366686" y="0"/>
                  <a:pt x="6400800" y="34114"/>
                  <a:pt x="6400800" y="76196"/>
                </a:cubicBezTo>
                <a:lnTo>
                  <a:pt x="6400800" y="1085854"/>
                </a:lnTo>
                <a:cubicBezTo>
                  <a:pt x="6400800" y="1127936"/>
                  <a:pt x="6366686" y="1162050"/>
                  <a:pt x="6324604" y="1162050"/>
                </a:cubicBezTo>
                <a:lnTo>
                  <a:pt x="76196" y="1162050"/>
                </a:lnTo>
                <a:cubicBezTo>
                  <a:pt x="34114" y="1162050"/>
                  <a:pt x="0" y="1127936"/>
                  <a:pt x="0" y="108585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25400">
            <a:solidFill>
              <a:srgbClr val="3D8F8A">
                <a:alpha val="5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6750" y="5238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3" name="Shape 21"/>
          <p:cNvSpPr/>
          <p:nvPr/>
        </p:nvSpPr>
        <p:spPr>
          <a:xfrm>
            <a:off x="781050" y="53530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104775"/>
                </a:lnTo>
                <a:cubicBezTo>
                  <a:pt x="0" y="115282"/>
                  <a:pt x="8543" y="123825"/>
                  <a:pt x="19050" y="123825"/>
                </a:cubicBezTo>
                <a:lnTo>
                  <a:pt x="61912" y="123825"/>
                </a:lnTo>
                <a:lnTo>
                  <a:pt x="57150" y="138113"/>
                </a:lnTo>
                <a:lnTo>
                  <a:pt x="35719" y="138113"/>
                </a:lnTo>
                <a:cubicBezTo>
                  <a:pt x="31760" y="138113"/>
                  <a:pt x="28575" y="141297"/>
                  <a:pt x="28575" y="145256"/>
                </a:cubicBezTo>
                <a:cubicBezTo>
                  <a:pt x="28575" y="149215"/>
                  <a:pt x="31760" y="152400"/>
                  <a:pt x="35719" y="152400"/>
                </a:cubicBezTo>
                <a:lnTo>
                  <a:pt x="116681" y="152400"/>
                </a:lnTo>
                <a:cubicBezTo>
                  <a:pt x="120640" y="152400"/>
                  <a:pt x="123825" y="149215"/>
                  <a:pt x="123825" y="145256"/>
                </a:cubicBezTo>
                <a:cubicBezTo>
                  <a:pt x="123825" y="141297"/>
                  <a:pt x="120640" y="138113"/>
                  <a:pt x="116681" y="138113"/>
                </a:cubicBezTo>
                <a:lnTo>
                  <a:pt x="95250" y="138113"/>
                </a:lnTo>
                <a:lnTo>
                  <a:pt x="90488" y="123825"/>
                </a:lnTo>
                <a:lnTo>
                  <a:pt x="133350" y="123825"/>
                </a:lnTo>
                <a:cubicBezTo>
                  <a:pt x="143857" y="123825"/>
                  <a:pt x="152400" y="115282"/>
                  <a:pt x="152400" y="104775"/>
                </a:cubicBezTo>
                <a:lnTo>
                  <a:pt x="152400" y="28575"/>
                </a:lnTo>
                <a:cubicBezTo>
                  <a:pt x="152400" y="18068"/>
                  <a:pt x="143857" y="9525"/>
                  <a:pt x="133350" y="9525"/>
                </a:cubicBezTo>
                <a:lnTo>
                  <a:pt x="19050" y="9525"/>
                </a:lnTo>
                <a:close/>
                <a:moveTo>
                  <a:pt x="28575" y="28575"/>
                </a:moveTo>
                <a:lnTo>
                  <a:pt x="123825" y="28575"/>
                </a:lnTo>
                <a:cubicBezTo>
                  <a:pt x="129094" y="28575"/>
                  <a:pt x="133350" y="32831"/>
                  <a:pt x="133350" y="38100"/>
                </a:cubicBezTo>
                <a:lnTo>
                  <a:pt x="133350" y="85725"/>
                </a:lnTo>
                <a:cubicBezTo>
                  <a:pt x="133350" y="90994"/>
                  <a:pt x="129094" y="95250"/>
                  <a:pt x="123825" y="95250"/>
                </a:cubicBezTo>
                <a:lnTo>
                  <a:pt x="28575" y="95250"/>
                </a:lnTo>
                <a:cubicBezTo>
                  <a:pt x="23306" y="95250"/>
                  <a:pt x="19050" y="90994"/>
                  <a:pt x="19050" y="85725"/>
                </a:cubicBezTo>
                <a:lnTo>
                  <a:pt x="19050" y="38100"/>
                </a:lnTo>
                <a:cubicBezTo>
                  <a:pt x="19050" y="32831"/>
                  <a:pt x="23306" y="28575"/>
                  <a:pt x="28575" y="28575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4" name="Text 22"/>
          <p:cNvSpPr/>
          <p:nvPr/>
        </p:nvSpPr>
        <p:spPr>
          <a:xfrm>
            <a:off x="1162050" y="5295900"/>
            <a:ext cx="133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Interaction Layer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62050" y="5695950"/>
            <a:ext cx="5734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server for input handling and output presentation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face detection, real-time inference, and report generation capabilities.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330380" y="1485900"/>
            <a:ext cx="4476750" cy="2895600"/>
          </a:xfrm>
          <a:custGeom>
            <a:avLst/>
            <a:gdLst/>
            <a:ahLst/>
            <a:cxnLst/>
            <a:rect l="l" t="t" r="r" b="b"/>
            <a:pathLst>
              <a:path w="4476750" h="2895600">
                <a:moveTo>
                  <a:pt x="76212" y="0"/>
                </a:moveTo>
                <a:lnTo>
                  <a:pt x="4400538" y="0"/>
                </a:lnTo>
                <a:cubicBezTo>
                  <a:pt x="4442629" y="0"/>
                  <a:pt x="4476750" y="34121"/>
                  <a:pt x="4476750" y="76212"/>
                </a:cubicBezTo>
                <a:lnTo>
                  <a:pt x="4476750" y="2819388"/>
                </a:lnTo>
                <a:cubicBezTo>
                  <a:pt x="4476750" y="2861479"/>
                  <a:pt x="4442629" y="2895600"/>
                  <a:pt x="4400538" y="2895600"/>
                </a:cubicBezTo>
                <a:lnTo>
                  <a:pt x="76212" y="2895600"/>
                </a:lnTo>
                <a:cubicBezTo>
                  <a:pt x="34121" y="2895600"/>
                  <a:pt x="0" y="2861479"/>
                  <a:pt x="0" y="2819388"/>
                </a:cubicBezTo>
                <a:lnTo>
                  <a:pt x="0" y="76212"/>
                </a:lnTo>
                <a:cubicBezTo>
                  <a:pt x="0" y="34150"/>
                  <a:pt x="34150" y="0"/>
                  <a:pt x="7621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506593" y="1676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8" name="Text 26"/>
          <p:cNvSpPr/>
          <p:nvPr/>
        </p:nvSpPr>
        <p:spPr>
          <a:xfrm>
            <a:off x="7720905" y="1638300"/>
            <a:ext cx="4029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Additional Modules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482780" y="2019300"/>
            <a:ext cx="4171950" cy="685800"/>
          </a:xfrm>
          <a:custGeom>
            <a:avLst/>
            <a:gdLst/>
            <a:ahLst/>
            <a:cxnLst/>
            <a:rect l="l" t="t" r="r" b="b"/>
            <a:pathLst>
              <a:path w="4171950" h="685800">
                <a:moveTo>
                  <a:pt x="38103" y="0"/>
                </a:moveTo>
                <a:lnTo>
                  <a:pt x="4133847" y="0"/>
                </a:lnTo>
                <a:cubicBezTo>
                  <a:pt x="4154891" y="0"/>
                  <a:pt x="4171950" y="17059"/>
                  <a:pt x="4171950" y="38103"/>
                </a:cubicBezTo>
                <a:lnTo>
                  <a:pt x="4171950" y="647697"/>
                </a:lnTo>
                <a:cubicBezTo>
                  <a:pt x="4171950" y="668741"/>
                  <a:pt x="4154891" y="685800"/>
                  <a:pt x="413384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597080" y="2133600"/>
            <a:ext cx="4019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 Detection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597080" y="2400300"/>
            <a:ext cx="4010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MTCNN-based face localization and cropping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482780" y="2781300"/>
            <a:ext cx="4171950" cy="685800"/>
          </a:xfrm>
          <a:custGeom>
            <a:avLst/>
            <a:gdLst/>
            <a:ahLst/>
            <a:cxnLst/>
            <a:rect l="l" t="t" r="r" b="b"/>
            <a:pathLst>
              <a:path w="4171950" h="685800">
                <a:moveTo>
                  <a:pt x="38103" y="0"/>
                </a:moveTo>
                <a:lnTo>
                  <a:pt x="4133847" y="0"/>
                </a:lnTo>
                <a:cubicBezTo>
                  <a:pt x="4154891" y="0"/>
                  <a:pt x="4171950" y="17059"/>
                  <a:pt x="4171950" y="38103"/>
                </a:cubicBezTo>
                <a:lnTo>
                  <a:pt x="4171950" y="647697"/>
                </a:lnTo>
                <a:cubicBezTo>
                  <a:pt x="4171950" y="668741"/>
                  <a:pt x="4154891" y="685800"/>
                  <a:pt x="413384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597080" y="2895600"/>
            <a:ext cx="4019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Frame Extraction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597080" y="3162300"/>
            <a:ext cx="4010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Breaking videos into individual frames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482780" y="3543300"/>
            <a:ext cx="4171950" cy="685800"/>
          </a:xfrm>
          <a:custGeom>
            <a:avLst/>
            <a:gdLst/>
            <a:ahLst/>
            <a:cxnLst/>
            <a:rect l="l" t="t" r="r" b="b"/>
            <a:pathLst>
              <a:path w="4171950" h="685800">
                <a:moveTo>
                  <a:pt x="38103" y="0"/>
                </a:moveTo>
                <a:lnTo>
                  <a:pt x="4133847" y="0"/>
                </a:lnTo>
                <a:cubicBezTo>
                  <a:pt x="4154891" y="0"/>
                  <a:pt x="4171950" y="17059"/>
                  <a:pt x="4171950" y="38103"/>
                </a:cubicBezTo>
                <a:lnTo>
                  <a:pt x="4171950" y="647697"/>
                </a:lnTo>
                <a:cubicBezTo>
                  <a:pt x="4171950" y="668741"/>
                  <a:pt x="4154891" y="685800"/>
                  <a:pt x="413384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597080" y="3657600"/>
            <a:ext cx="4019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Report Generation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597080" y="3924300"/>
            <a:ext cx="4010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PDF reports with confidence scores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330380" y="4533900"/>
            <a:ext cx="4476750" cy="2324100"/>
          </a:xfrm>
          <a:custGeom>
            <a:avLst/>
            <a:gdLst/>
            <a:ahLst/>
            <a:cxnLst/>
            <a:rect l="l" t="t" r="r" b="b"/>
            <a:pathLst>
              <a:path w="4476750" h="2324100">
                <a:moveTo>
                  <a:pt x="76207" y="0"/>
                </a:moveTo>
                <a:lnTo>
                  <a:pt x="4400543" y="0"/>
                </a:lnTo>
                <a:cubicBezTo>
                  <a:pt x="4442631" y="0"/>
                  <a:pt x="4476750" y="34119"/>
                  <a:pt x="4476750" y="76207"/>
                </a:cubicBezTo>
                <a:lnTo>
                  <a:pt x="4476750" y="2247893"/>
                </a:lnTo>
                <a:cubicBezTo>
                  <a:pt x="4476750" y="2289981"/>
                  <a:pt x="4442631" y="2324100"/>
                  <a:pt x="4400543" y="2324100"/>
                </a:cubicBezTo>
                <a:lnTo>
                  <a:pt x="76207" y="2324100"/>
                </a:lnTo>
                <a:cubicBezTo>
                  <a:pt x="34119" y="2324100"/>
                  <a:pt x="0" y="2289981"/>
                  <a:pt x="0" y="2247893"/>
                </a:cubicBezTo>
                <a:lnTo>
                  <a:pt x="0" y="76207"/>
                </a:lnTo>
                <a:cubicBezTo>
                  <a:pt x="0" y="34119"/>
                  <a:pt x="34119" y="0"/>
                  <a:pt x="76207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506593" y="4724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35719"/>
                </a:moveTo>
                <a:cubicBezTo>
                  <a:pt x="0" y="29133"/>
                  <a:pt x="5321" y="23812"/>
                  <a:pt x="11906" y="23812"/>
                </a:cubicBezTo>
                <a:lnTo>
                  <a:pt x="154781" y="23812"/>
                </a:lnTo>
                <a:cubicBezTo>
                  <a:pt x="161367" y="23812"/>
                  <a:pt x="166688" y="29133"/>
                  <a:pt x="166688" y="35719"/>
                </a:cubicBezTo>
                <a:cubicBezTo>
                  <a:pt x="166688" y="42304"/>
                  <a:pt x="161367" y="47625"/>
                  <a:pt x="154781" y="47625"/>
                </a:cubicBezTo>
                <a:lnTo>
                  <a:pt x="11906" y="47625"/>
                </a:lnTo>
                <a:cubicBezTo>
                  <a:pt x="5321" y="47625"/>
                  <a:pt x="0" y="42304"/>
                  <a:pt x="0" y="35719"/>
                </a:cubicBezTo>
                <a:close/>
                <a:moveTo>
                  <a:pt x="23812" y="95250"/>
                </a:moveTo>
                <a:cubicBezTo>
                  <a:pt x="23812" y="88664"/>
                  <a:pt x="29133" y="83344"/>
                  <a:pt x="35719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35719" y="107156"/>
                </a:lnTo>
                <a:cubicBezTo>
                  <a:pt x="29133" y="107156"/>
                  <a:pt x="23812" y="101836"/>
                  <a:pt x="23812" y="95250"/>
                </a:cubicBezTo>
                <a:close/>
                <a:moveTo>
                  <a:pt x="166688" y="154781"/>
                </a:moveTo>
                <a:cubicBezTo>
                  <a:pt x="166688" y="161367"/>
                  <a:pt x="161367" y="166688"/>
                  <a:pt x="154781" y="166688"/>
                </a:cubicBezTo>
                <a:lnTo>
                  <a:pt x="11906" y="166688"/>
                </a:lnTo>
                <a:cubicBezTo>
                  <a:pt x="5321" y="166688"/>
                  <a:pt x="0" y="161367"/>
                  <a:pt x="0" y="154781"/>
                </a:cubicBezTo>
                <a:cubicBezTo>
                  <a:pt x="0" y="148196"/>
                  <a:pt x="5321" y="142875"/>
                  <a:pt x="11906" y="142875"/>
                </a:cubicBezTo>
                <a:lnTo>
                  <a:pt x="154781" y="142875"/>
                </a:lnTo>
                <a:cubicBezTo>
                  <a:pt x="161367" y="142875"/>
                  <a:pt x="166688" y="148196"/>
                  <a:pt x="166688" y="154781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0" name="Text 38"/>
          <p:cNvSpPr/>
          <p:nvPr/>
        </p:nvSpPr>
        <p:spPr>
          <a:xfrm>
            <a:off x="7720905" y="4686300"/>
            <a:ext cx="4029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Flow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482780" y="50673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594848" y="5105400"/>
            <a:ext cx="104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863780" y="5086350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media acquisition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482780" y="54102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7582049" y="5448300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863780" y="5429250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Preprocessing &amp; resizing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482780" y="57531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7580412" y="5791200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863780" y="5772150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 detection &amp; cropping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482780" y="60960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7582198" y="6134100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863780" y="6115050"/>
            <a:ext cx="155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CNN model prediction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482780" y="64389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7580114" y="6477000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863780" y="645795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 aggregation &amp; output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4687" y="324687"/>
            <a:ext cx="324687" cy="324687"/>
          </a:xfrm>
          <a:custGeom>
            <a:avLst/>
            <a:gdLst/>
            <a:ahLst/>
            <a:cxnLst/>
            <a:rect l="l" t="t" r="r" b="b"/>
            <a:pathLst>
              <a:path w="324687" h="324687">
                <a:moveTo>
                  <a:pt x="64937" y="0"/>
                </a:moveTo>
                <a:lnTo>
                  <a:pt x="259750" y="0"/>
                </a:lnTo>
                <a:cubicBezTo>
                  <a:pt x="295614" y="0"/>
                  <a:pt x="324687" y="29073"/>
                  <a:pt x="324687" y="64937"/>
                </a:cubicBezTo>
                <a:lnTo>
                  <a:pt x="324687" y="259750"/>
                </a:lnTo>
                <a:cubicBezTo>
                  <a:pt x="324687" y="295614"/>
                  <a:pt x="295614" y="324687"/>
                  <a:pt x="259750" y="324687"/>
                </a:cubicBezTo>
                <a:lnTo>
                  <a:pt x="64937" y="324687"/>
                </a:lnTo>
                <a:cubicBezTo>
                  <a:pt x="29073" y="324687"/>
                  <a:pt x="0" y="295614"/>
                  <a:pt x="0" y="259750"/>
                </a:cubicBezTo>
                <a:lnTo>
                  <a:pt x="0" y="64937"/>
                </a:lnTo>
                <a:cubicBezTo>
                  <a:pt x="0" y="29097"/>
                  <a:pt x="29097" y="0"/>
                  <a:pt x="64937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25137" y="413976"/>
            <a:ext cx="127846" cy="146109"/>
          </a:xfrm>
          <a:custGeom>
            <a:avLst/>
            <a:gdLst/>
            <a:ahLst/>
            <a:cxnLst/>
            <a:rect l="l" t="t" r="r" b="b"/>
            <a:pathLst>
              <a:path w="127846" h="146109">
                <a:moveTo>
                  <a:pt x="127846" y="58729"/>
                </a:moveTo>
                <a:cubicBezTo>
                  <a:pt x="123622" y="61526"/>
                  <a:pt x="118771" y="63780"/>
                  <a:pt x="113720" y="65578"/>
                </a:cubicBezTo>
                <a:cubicBezTo>
                  <a:pt x="100307" y="70372"/>
                  <a:pt x="82700" y="73055"/>
                  <a:pt x="63923" y="73055"/>
                </a:cubicBezTo>
                <a:cubicBezTo>
                  <a:pt x="45145" y="73055"/>
                  <a:pt x="27510" y="70344"/>
                  <a:pt x="14126" y="65578"/>
                </a:cubicBezTo>
                <a:cubicBezTo>
                  <a:pt x="9103" y="63780"/>
                  <a:pt x="4223" y="61526"/>
                  <a:pt x="0" y="58729"/>
                </a:cubicBezTo>
                <a:lnTo>
                  <a:pt x="0" y="82186"/>
                </a:lnTo>
                <a:cubicBezTo>
                  <a:pt x="0" y="94800"/>
                  <a:pt x="28623" y="105016"/>
                  <a:pt x="63923" y="105016"/>
                </a:cubicBezTo>
                <a:cubicBezTo>
                  <a:pt x="99223" y="105016"/>
                  <a:pt x="127846" y="94800"/>
                  <a:pt x="127846" y="82186"/>
                </a:cubicBezTo>
                <a:lnTo>
                  <a:pt x="127846" y="58729"/>
                </a:lnTo>
                <a:close/>
                <a:moveTo>
                  <a:pt x="127846" y="36527"/>
                </a:moveTo>
                <a:lnTo>
                  <a:pt x="127846" y="22830"/>
                </a:lnTo>
                <a:cubicBezTo>
                  <a:pt x="127846" y="10216"/>
                  <a:pt x="99223" y="0"/>
                  <a:pt x="63923" y="0"/>
                </a:cubicBezTo>
                <a:cubicBezTo>
                  <a:pt x="28623" y="0"/>
                  <a:pt x="0" y="10216"/>
                  <a:pt x="0" y="22830"/>
                </a:cubicBezTo>
                <a:lnTo>
                  <a:pt x="0" y="36527"/>
                </a:lnTo>
                <a:cubicBezTo>
                  <a:pt x="0" y="49141"/>
                  <a:pt x="28623" y="59357"/>
                  <a:pt x="63923" y="59357"/>
                </a:cubicBezTo>
                <a:cubicBezTo>
                  <a:pt x="99223" y="59357"/>
                  <a:pt x="127846" y="49141"/>
                  <a:pt x="127846" y="36527"/>
                </a:cubicBezTo>
                <a:close/>
                <a:moveTo>
                  <a:pt x="113720" y="111237"/>
                </a:moveTo>
                <a:cubicBezTo>
                  <a:pt x="100336" y="116003"/>
                  <a:pt x="82729" y="118714"/>
                  <a:pt x="63923" y="118714"/>
                </a:cubicBezTo>
                <a:cubicBezTo>
                  <a:pt x="45117" y="118714"/>
                  <a:pt x="27510" y="116003"/>
                  <a:pt x="14126" y="111237"/>
                </a:cubicBezTo>
                <a:cubicBezTo>
                  <a:pt x="9103" y="109439"/>
                  <a:pt x="4223" y="107185"/>
                  <a:pt x="0" y="104388"/>
                </a:cubicBezTo>
                <a:lnTo>
                  <a:pt x="0" y="123280"/>
                </a:lnTo>
                <a:cubicBezTo>
                  <a:pt x="0" y="135893"/>
                  <a:pt x="28623" y="146109"/>
                  <a:pt x="63923" y="146109"/>
                </a:cubicBezTo>
                <a:cubicBezTo>
                  <a:pt x="99223" y="146109"/>
                  <a:pt x="127846" y="135893"/>
                  <a:pt x="127846" y="123280"/>
                </a:cubicBezTo>
                <a:lnTo>
                  <a:pt x="127846" y="104388"/>
                </a:lnTo>
                <a:cubicBezTo>
                  <a:pt x="123622" y="107185"/>
                  <a:pt x="118771" y="109439"/>
                  <a:pt x="113720" y="111237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" name="Text 2"/>
          <p:cNvSpPr/>
          <p:nvPr/>
        </p:nvSpPr>
        <p:spPr>
          <a:xfrm>
            <a:off x="746780" y="389625"/>
            <a:ext cx="1331217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b="1" spc="51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FOUNDATION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4687" y="714312"/>
            <a:ext cx="11688735" cy="3246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01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Dataset Description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4687" y="1103936"/>
            <a:ext cx="649374" cy="32469"/>
          </a:xfrm>
          <a:custGeom>
            <a:avLst/>
            <a:gdLst/>
            <a:ahLst/>
            <a:cxnLst/>
            <a:rect l="l" t="t" r="r" b="b"/>
            <a:pathLst>
              <a:path w="649374" h="32469">
                <a:moveTo>
                  <a:pt x="0" y="0"/>
                </a:moveTo>
                <a:lnTo>
                  <a:pt x="649374" y="0"/>
                </a:lnTo>
                <a:lnTo>
                  <a:pt x="649374" y="32469"/>
                </a:lnTo>
                <a:lnTo>
                  <a:pt x="0" y="32469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7" name="Shape 5"/>
          <p:cNvSpPr/>
          <p:nvPr/>
        </p:nvSpPr>
        <p:spPr>
          <a:xfrm>
            <a:off x="340921" y="1266280"/>
            <a:ext cx="5657672" cy="1818248"/>
          </a:xfrm>
          <a:custGeom>
            <a:avLst/>
            <a:gdLst/>
            <a:ahLst/>
            <a:cxnLst/>
            <a:rect l="l" t="t" r="r" b="b"/>
            <a:pathLst>
              <a:path w="5657672" h="1818248">
                <a:moveTo>
                  <a:pt x="32469" y="0"/>
                </a:moveTo>
                <a:lnTo>
                  <a:pt x="5592743" y="0"/>
                </a:lnTo>
                <a:cubicBezTo>
                  <a:pt x="5628602" y="0"/>
                  <a:pt x="5657672" y="29070"/>
                  <a:pt x="5657672" y="64930"/>
                </a:cubicBezTo>
                <a:lnTo>
                  <a:pt x="5657672" y="1753318"/>
                </a:lnTo>
                <a:cubicBezTo>
                  <a:pt x="5657672" y="1789178"/>
                  <a:pt x="5628602" y="1818248"/>
                  <a:pt x="5592743" y="1818248"/>
                </a:cubicBezTo>
                <a:lnTo>
                  <a:pt x="32469" y="1818248"/>
                </a:lnTo>
                <a:cubicBezTo>
                  <a:pt x="14537" y="1818248"/>
                  <a:pt x="0" y="1803711"/>
                  <a:pt x="0" y="1785779"/>
                </a:cubicBezTo>
                <a:lnTo>
                  <a:pt x="0" y="32469"/>
                </a:lnTo>
                <a:cubicBezTo>
                  <a:pt x="0" y="14549"/>
                  <a:pt x="14549" y="0"/>
                  <a:pt x="3246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40921" y="1266280"/>
            <a:ext cx="32469" cy="1818248"/>
          </a:xfrm>
          <a:custGeom>
            <a:avLst/>
            <a:gdLst/>
            <a:ahLst/>
            <a:cxnLst/>
            <a:rect l="l" t="t" r="r" b="b"/>
            <a:pathLst>
              <a:path w="32469" h="1818248">
                <a:moveTo>
                  <a:pt x="32469" y="0"/>
                </a:moveTo>
                <a:lnTo>
                  <a:pt x="32469" y="0"/>
                </a:lnTo>
                <a:lnTo>
                  <a:pt x="32469" y="1818248"/>
                </a:lnTo>
                <a:lnTo>
                  <a:pt x="32469" y="1818248"/>
                </a:lnTo>
                <a:cubicBezTo>
                  <a:pt x="14537" y="1818248"/>
                  <a:pt x="0" y="1803711"/>
                  <a:pt x="0" y="1785779"/>
                </a:cubicBezTo>
                <a:lnTo>
                  <a:pt x="0" y="32469"/>
                </a:lnTo>
                <a:cubicBezTo>
                  <a:pt x="0" y="14549"/>
                  <a:pt x="14549" y="0"/>
                  <a:pt x="32469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9" name="Shape 7"/>
          <p:cNvSpPr/>
          <p:nvPr/>
        </p:nvSpPr>
        <p:spPr>
          <a:xfrm>
            <a:off x="556027" y="1461092"/>
            <a:ext cx="170461" cy="194812"/>
          </a:xfrm>
          <a:custGeom>
            <a:avLst/>
            <a:gdLst/>
            <a:ahLst/>
            <a:cxnLst/>
            <a:rect l="l" t="t" r="r" b="b"/>
            <a:pathLst>
              <a:path w="170461" h="194812">
                <a:moveTo>
                  <a:pt x="97406" y="12176"/>
                </a:moveTo>
                <a:cubicBezTo>
                  <a:pt x="97406" y="5441"/>
                  <a:pt x="91965" y="0"/>
                  <a:pt x="85230" y="0"/>
                </a:cubicBezTo>
                <a:cubicBezTo>
                  <a:pt x="78496" y="0"/>
                  <a:pt x="73055" y="5441"/>
                  <a:pt x="73055" y="12176"/>
                </a:cubicBezTo>
                <a:lnTo>
                  <a:pt x="73055" y="92346"/>
                </a:lnTo>
                <a:lnTo>
                  <a:pt x="57302" y="76593"/>
                </a:lnTo>
                <a:cubicBezTo>
                  <a:pt x="52546" y="71837"/>
                  <a:pt x="44822" y="71837"/>
                  <a:pt x="40066" y="76593"/>
                </a:cubicBezTo>
                <a:cubicBezTo>
                  <a:pt x="35310" y="81349"/>
                  <a:pt x="35310" y="89073"/>
                  <a:pt x="40066" y="93829"/>
                </a:cubicBezTo>
                <a:lnTo>
                  <a:pt x="76593" y="130357"/>
                </a:lnTo>
                <a:cubicBezTo>
                  <a:pt x="81349" y="135113"/>
                  <a:pt x="89073" y="135113"/>
                  <a:pt x="93829" y="130357"/>
                </a:cubicBezTo>
                <a:lnTo>
                  <a:pt x="130357" y="93829"/>
                </a:lnTo>
                <a:cubicBezTo>
                  <a:pt x="135113" y="89073"/>
                  <a:pt x="135113" y="81349"/>
                  <a:pt x="130357" y="76593"/>
                </a:cubicBezTo>
                <a:cubicBezTo>
                  <a:pt x="125601" y="71837"/>
                  <a:pt x="117877" y="71837"/>
                  <a:pt x="113120" y="76593"/>
                </a:cubicBezTo>
                <a:lnTo>
                  <a:pt x="97406" y="92346"/>
                </a:lnTo>
                <a:lnTo>
                  <a:pt x="97406" y="12176"/>
                </a:lnTo>
                <a:close/>
                <a:moveTo>
                  <a:pt x="24352" y="121758"/>
                </a:moveTo>
                <a:cubicBezTo>
                  <a:pt x="10920" y="121758"/>
                  <a:pt x="0" y="132678"/>
                  <a:pt x="0" y="146109"/>
                </a:cubicBezTo>
                <a:lnTo>
                  <a:pt x="0" y="158285"/>
                </a:lnTo>
                <a:cubicBezTo>
                  <a:pt x="0" y="171716"/>
                  <a:pt x="10920" y="182636"/>
                  <a:pt x="24352" y="182636"/>
                </a:cubicBezTo>
                <a:lnTo>
                  <a:pt x="146109" y="182636"/>
                </a:lnTo>
                <a:cubicBezTo>
                  <a:pt x="159541" y="182636"/>
                  <a:pt x="170461" y="171716"/>
                  <a:pt x="170461" y="158285"/>
                </a:cubicBezTo>
                <a:lnTo>
                  <a:pt x="170461" y="146109"/>
                </a:lnTo>
                <a:cubicBezTo>
                  <a:pt x="170461" y="132678"/>
                  <a:pt x="159541" y="121758"/>
                  <a:pt x="146109" y="121758"/>
                </a:cubicBezTo>
                <a:lnTo>
                  <a:pt x="128264" y="121758"/>
                </a:lnTo>
                <a:lnTo>
                  <a:pt x="106728" y="143294"/>
                </a:lnTo>
                <a:cubicBezTo>
                  <a:pt x="94857" y="155165"/>
                  <a:pt x="75566" y="155165"/>
                  <a:pt x="63694" y="143294"/>
                </a:cubicBezTo>
                <a:lnTo>
                  <a:pt x="42197" y="121758"/>
                </a:lnTo>
                <a:lnTo>
                  <a:pt x="24352" y="121758"/>
                </a:lnTo>
                <a:close/>
                <a:moveTo>
                  <a:pt x="140021" y="143065"/>
                </a:moveTo>
                <a:cubicBezTo>
                  <a:pt x="145061" y="143065"/>
                  <a:pt x="149153" y="147157"/>
                  <a:pt x="149153" y="152197"/>
                </a:cubicBezTo>
                <a:cubicBezTo>
                  <a:pt x="149153" y="157237"/>
                  <a:pt x="145061" y="161329"/>
                  <a:pt x="140021" y="161329"/>
                </a:cubicBezTo>
                <a:cubicBezTo>
                  <a:pt x="134981" y="161329"/>
                  <a:pt x="130889" y="157237"/>
                  <a:pt x="130889" y="152197"/>
                </a:cubicBezTo>
                <a:cubicBezTo>
                  <a:pt x="130889" y="147157"/>
                  <a:pt x="134981" y="143065"/>
                  <a:pt x="140021" y="143065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0" name="Text 8"/>
          <p:cNvSpPr/>
          <p:nvPr/>
        </p:nvSpPr>
        <p:spPr>
          <a:xfrm>
            <a:off x="763015" y="1428623"/>
            <a:ext cx="5170642" cy="25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Acquisition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9499" y="1785779"/>
            <a:ext cx="5381688" cy="422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3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downloading from Kaggle repository with secure extraction and structured organization into training, validation, and testing subsets.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9499" y="2337747"/>
            <a:ext cx="2613731" cy="584437"/>
          </a:xfrm>
          <a:custGeom>
            <a:avLst/>
            <a:gdLst/>
            <a:ahLst/>
            <a:cxnLst/>
            <a:rect l="l" t="t" r="r" b="b"/>
            <a:pathLst>
              <a:path w="2613731" h="584437">
                <a:moveTo>
                  <a:pt x="32471" y="0"/>
                </a:moveTo>
                <a:lnTo>
                  <a:pt x="2581260" y="0"/>
                </a:lnTo>
                <a:cubicBezTo>
                  <a:pt x="2599193" y="0"/>
                  <a:pt x="2613731" y="14538"/>
                  <a:pt x="2613731" y="32471"/>
                </a:cubicBezTo>
                <a:lnTo>
                  <a:pt x="2613731" y="551965"/>
                </a:lnTo>
                <a:cubicBezTo>
                  <a:pt x="2613731" y="569899"/>
                  <a:pt x="2599193" y="584437"/>
                  <a:pt x="2581260" y="584437"/>
                </a:cubicBezTo>
                <a:lnTo>
                  <a:pt x="32471" y="584437"/>
                </a:lnTo>
                <a:cubicBezTo>
                  <a:pt x="14538" y="584437"/>
                  <a:pt x="0" y="569899"/>
                  <a:pt x="0" y="551965"/>
                </a:cubicBezTo>
                <a:lnTo>
                  <a:pt x="0" y="32471"/>
                </a:lnTo>
                <a:cubicBezTo>
                  <a:pt x="0" y="14538"/>
                  <a:pt x="14538" y="0"/>
                  <a:pt x="3247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88495" y="2435153"/>
            <a:ext cx="2475739" cy="16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5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0378" y="2597497"/>
            <a:ext cx="2491973" cy="227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Kaggle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26958" y="2337747"/>
            <a:ext cx="2613731" cy="584437"/>
          </a:xfrm>
          <a:custGeom>
            <a:avLst/>
            <a:gdLst/>
            <a:ahLst/>
            <a:cxnLst/>
            <a:rect l="l" t="t" r="r" b="b"/>
            <a:pathLst>
              <a:path w="2613731" h="584437">
                <a:moveTo>
                  <a:pt x="32471" y="0"/>
                </a:moveTo>
                <a:lnTo>
                  <a:pt x="2581260" y="0"/>
                </a:lnTo>
                <a:cubicBezTo>
                  <a:pt x="2599193" y="0"/>
                  <a:pt x="2613731" y="14538"/>
                  <a:pt x="2613731" y="32471"/>
                </a:cubicBezTo>
                <a:lnTo>
                  <a:pt x="2613731" y="551965"/>
                </a:lnTo>
                <a:cubicBezTo>
                  <a:pt x="2613731" y="569899"/>
                  <a:pt x="2599193" y="584437"/>
                  <a:pt x="2581260" y="584437"/>
                </a:cubicBezTo>
                <a:lnTo>
                  <a:pt x="32471" y="584437"/>
                </a:lnTo>
                <a:cubicBezTo>
                  <a:pt x="14538" y="584437"/>
                  <a:pt x="0" y="569899"/>
                  <a:pt x="0" y="551965"/>
                </a:cubicBezTo>
                <a:lnTo>
                  <a:pt x="0" y="32471"/>
                </a:lnTo>
                <a:cubicBezTo>
                  <a:pt x="0" y="14538"/>
                  <a:pt x="14538" y="0"/>
                  <a:pt x="3247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295954" y="2435153"/>
            <a:ext cx="2475739" cy="16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5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Format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87837" y="2597497"/>
            <a:ext cx="2491973" cy="227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ZIP Archive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4687" y="3214402"/>
            <a:ext cx="5673907" cy="4513150"/>
          </a:xfrm>
          <a:custGeom>
            <a:avLst/>
            <a:gdLst/>
            <a:ahLst/>
            <a:cxnLst/>
            <a:rect l="l" t="t" r="r" b="b"/>
            <a:pathLst>
              <a:path w="5673907" h="4513150">
                <a:moveTo>
                  <a:pt x="64944" y="0"/>
                </a:moveTo>
                <a:lnTo>
                  <a:pt x="5608963" y="0"/>
                </a:lnTo>
                <a:cubicBezTo>
                  <a:pt x="5644830" y="0"/>
                  <a:pt x="5673907" y="29077"/>
                  <a:pt x="5673907" y="64944"/>
                </a:cubicBezTo>
                <a:lnTo>
                  <a:pt x="5673907" y="4448206"/>
                </a:lnTo>
                <a:cubicBezTo>
                  <a:pt x="5673907" y="4484074"/>
                  <a:pt x="5644830" y="4513150"/>
                  <a:pt x="5608963" y="4513150"/>
                </a:cubicBezTo>
                <a:lnTo>
                  <a:pt x="64944" y="4513150"/>
                </a:lnTo>
                <a:cubicBezTo>
                  <a:pt x="29077" y="4513150"/>
                  <a:pt x="0" y="4484074"/>
                  <a:pt x="0" y="4448206"/>
                </a:cubicBezTo>
                <a:lnTo>
                  <a:pt x="0" y="64944"/>
                </a:lnTo>
                <a:cubicBezTo>
                  <a:pt x="0" y="29101"/>
                  <a:pt x="29101" y="0"/>
                  <a:pt x="6494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87031" y="3409214"/>
            <a:ext cx="243515" cy="194812"/>
          </a:xfrm>
          <a:custGeom>
            <a:avLst/>
            <a:gdLst/>
            <a:ahLst/>
            <a:cxnLst/>
            <a:rect l="l" t="t" r="r" b="b"/>
            <a:pathLst>
              <a:path w="243515" h="194812">
                <a:moveTo>
                  <a:pt x="158247" y="80094"/>
                </a:moveTo>
                <a:cubicBezTo>
                  <a:pt x="162889" y="78838"/>
                  <a:pt x="167759" y="81045"/>
                  <a:pt x="169852" y="85345"/>
                </a:cubicBezTo>
                <a:lnTo>
                  <a:pt x="176929" y="99651"/>
                </a:lnTo>
                <a:cubicBezTo>
                  <a:pt x="180848" y="100184"/>
                  <a:pt x="184691" y="101249"/>
                  <a:pt x="188306" y="102733"/>
                </a:cubicBezTo>
                <a:lnTo>
                  <a:pt x="201623" y="93868"/>
                </a:lnTo>
                <a:cubicBezTo>
                  <a:pt x="205618" y="91204"/>
                  <a:pt x="210907" y="91737"/>
                  <a:pt x="214293" y="95123"/>
                </a:cubicBezTo>
                <a:lnTo>
                  <a:pt x="221599" y="102429"/>
                </a:lnTo>
                <a:cubicBezTo>
                  <a:pt x="224985" y="105815"/>
                  <a:pt x="225518" y="111142"/>
                  <a:pt x="222855" y="115099"/>
                </a:cubicBezTo>
                <a:lnTo>
                  <a:pt x="213989" y="128378"/>
                </a:lnTo>
                <a:cubicBezTo>
                  <a:pt x="214712" y="130167"/>
                  <a:pt x="215359" y="132031"/>
                  <a:pt x="215892" y="133971"/>
                </a:cubicBezTo>
                <a:cubicBezTo>
                  <a:pt x="216424" y="135912"/>
                  <a:pt x="216767" y="137814"/>
                  <a:pt x="217033" y="139755"/>
                </a:cubicBezTo>
                <a:lnTo>
                  <a:pt x="231378" y="146832"/>
                </a:lnTo>
                <a:cubicBezTo>
                  <a:pt x="235677" y="148963"/>
                  <a:pt x="237884" y="153833"/>
                  <a:pt x="236628" y="158437"/>
                </a:cubicBezTo>
                <a:lnTo>
                  <a:pt x="233965" y="168406"/>
                </a:lnTo>
                <a:cubicBezTo>
                  <a:pt x="232709" y="173010"/>
                  <a:pt x="228410" y="176130"/>
                  <a:pt x="223616" y="175826"/>
                </a:cubicBezTo>
                <a:lnTo>
                  <a:pt x="207635" y="174798"/>
                </a:lnTo>
                <a:cubicBezTo>
                  <a:pt x="205238" y="177880"/>
                  <a:pt x="202460" y="180734"/>
                  <a:pt x="199302" y="183169"/>
                </a:cubicBezTo>
                <a:lnTo>
                  <a:pt x="200329" y="199112"/>
                </a:lnTo>
                <a:cubicBezTo>
                  <a:pt x="200634" y="203906"/>
                  <a:pt x="197514" y="208244"/>
                  <a:pt x="192910" y="209461"/>
                </a:cubicBezTo>
                <a:lnTo>
                  <a:pt x="182941" y="212125"/>
                </a:lnTo>
                <a:cubicBezTo>
                  <a:pt x="178299" y="213380"/>
                  <a:pt x="173467" y="211173"/>
                  <a:pt x="171336" y="206874"/>
                </a:cubicBezTo>
                <a:lnTo>
                  <a:pt x="164259" y="192567"/>
                </a:lnTo>
                <a:cubicBezTo>
                  <a:pt x="160340" y="192035"/>
                  <a:pt x="156497" y="190969"/>
                  <a:pt x="152882" y="189485"/>
                </a:cubicBezTo>
                <a:lnTo>
                  <a:pt x="139565" y="198351"/>
                </a:lnTo>
                <a:cubicBezTo>
                  <a:pt x="135570" y="201014"/>
                  <a:pt x="130281" y="200482"/>
                  <a:pt x="126894" y="197095"/>
                </a:cubicBezTo>
                <a:lnTo>
                  <a:pt x="119589" y="189790"/>
                </a:lnTo>
                <a:cubicBezTo>
                  <a:pt x="116202" y="186403"/>
                  <a:pt x="115670" y="181115"/>
                  <a:pt x="118333" y="177119"/>
                </a:cubicBezTo>
                <a:lnTo>
                  <a:pt x="127199" y="163802"/>
                </a:lnTo>
                <a:cubicBezTo>
                  <a:pt x="126476" y="162014"/>
                  <a:pt x="125829" y="160149"/>
                  <a:pt x="125296" y="158209"/>
                </a:cubicBezTo>
                <a:cubicBezTo>
                  <a:pt x="124764" y="156268"/>
                  <a:pt x="124421" y="154328"/>
                  <a:pt x="124155" y="152425"/>
                </a:cubicBezTo>
                <a:lnTo>
                  <a:pt x="109810" y="145348"/>
                </a:lnTo>
                <a:cubicBezTo>
                  <a:pt x="105511" y="143217"/>
                  <a:pt x="103342" y="138347"/>
                  <a:pt x="104559" y="133743"/>
                </a:cubicBezTo>
                <a:lnTo>
                  <a:pt x="107223" y="123774"/>
                </a:lnTo>
                <a:cubicBezTo>
                  <a:pt x="108478" y="119170"/>
                  <a:pt x="112778" y="116050"/>
                  <a:pt x="117572" y="116355"/>
                </a:cubicBezTo>
                <a:lnTo>
                  <a:pt x="133515" y="117382"/>
                </a:lnTo>
                <a:cubicBezTo>
                  <a:pt x="135912" y="114300"/>
                  <a:pt x="138690" y="111446"/>
                  <a:pt x="141848" y="109011"/>
                </a:cubicBezTo>
                <a:lnTo>
                  <a:pt x="140820" y="93107"/>
                </a:lnTo>
                <a:cubicBezTo>
                  <a:pt x="140516" y="88312"/>
                  <a:pt x="143636" y="83975"/>
                  <a:pt x="148240" y="82757"/>
                </a:cubicBezTo>
                <a:lnTo>
                  <a:pt x="158209" y="80094"/>
                </a:lnTo>
                <a:close/>
                <a:moveTo>
                  <a:pt x="170613" y="129368"/>
                </a:moveTo>
                <a:cubicBezTo>
                  <a:pt x="161373" y="129378"/>
                  <a:pt x="153880" y="136888"/>
                  <a:pt x="153890" y="146128"/>
                </a:cubicBezTo>
                <a:cubicBezTo>
                  <a:pt x="153901" y="155368"/>
                  <a:pt x="161411" y="162861"/>
                  <a:pt x="170651" y="162851"/>
                </a:cubicBezTo>
                <a:cubicBezTo>
                  <a:pt x="179891" y="162840"/>
                  <a:pt x="187384" y="155330"/>
                  <a:pt x="187374" y="146090"/>
                </a:cubicBezTo>
                <a:cubicBezTo>
                  <a:pt x="187363" y="136850"/>
                  <a:pt x="179853" y="129357"/>
                  <a:pt x="170613" y="129368"/>
                </a:cubicBezTo>
                <a:close/>
                <a:moveTo>
                  <a:pt x="85573" y="-17312"/>
                </a:moveTo>
                <a:lnTo>
                  <a:pt x="95542" y="-14649"/>
                </a:lnTo>
                <a:cubicBezTo>
                  <a:pt x="100146" y="-13393"/>
                  <a:pt x="103266" y="-9056"/>
                  <a:pt x="102961" y="-4300"/>
                </a:cubicBezTo>
                <a:lnTo>
                  <a:pt x="101934" y="11605"/>
                </a:lnTo>
                <a:cubicBezTo>
                  <a:pt x="105092" y="14040"/>
                  <a:pt x="107870" y="16856"/>
                  <a:pt x="110267" y="19976"/>
                </a:cubicBezTo>
                <a:lnTo>
                  <a:pt x="126247" y="18949"/>
                </a:lnTo>
                <a:cubicBezTo>
                  <a:pt x="131004" y="18644"/>
                  <a:pt x="135341" y="21764"/>
                  <a:pt x="136597" y="26368"/>
                </a:cubicBezTo>
                <a:lnTo>
                  <a:pt x="139260" y="36337"/>
                </a:lnTo>
                <a:cubicBezTo>
                  <a:pt x="140478" y="40941"/>
                  <a:pt x="138309" y="45811"/>
                  <a:pt x="134010" y="47942"/>
                </a:cubicBezTo>
                <a:lnTo>
                  <a:pt x="119665" y="55019"/>
                </a:lnTo>
                <a:cubicBezTo>
                  <a:pt x="119399" y="56960"/>
                  <a:pt x="119018" y="58900"/>
                  <a:pt x="118523" y="60803"/>
                </a:cubicBezTo>
                <a:cubicBezTo>
                  <a:pt x="118029" y="62705"/>
                  <a:pt x="117344" y="64608"/>
                  <a:pt x="116621" y="66396"/>
                </a:cubicBezTo>
                <a:lnTo>
                  <a:pt x="125486" y="79713"/>
                </a:lnTo>
                <a:cubicBezTo>
                  <a:pt x="128150" y="83708"/>
                  <a:pt x="127617" y="88997"/>
                  <a:pt x="124231" y="92384"/>
                </a:cubicBezTo>
                <a:lnTo>
                  <a:pt x="116925" y="99689"/>
                </a:lnTo>
                <a:cubicBezTo>
                  <a:pt x="113539" y="103075"/>
                  <a:pt x="108250" y="103608"/>
                  <a:pt x="104255" y="100945"/>
                </a:cubicBezTo>
                <a:lnTo>
                  <a:pt x="90938" y="92079"/>
                </a:lnTo>
                <a:cubicBezTo>
                  <a:pt x="87323" y="93563"/>
                  <a:pt x="83480" y="94629"/>
                  <a:pt x="79561" y="95161"/>
                </a:cubicBezTo>
                <a:lnTo>
                  <a:pt x="72484" y="109468"/>
                </a:lnTo>
                <a:cubicBezTo>
                  <a:pt x="70353" y="113767"/>
                  <a:pt x="65483" y="115936"/>
                  <a:pt x="60879" y="114719"/>
                </a:cubicBezTo>
                <a:lnTo>
                  <a:pt x="50910" y="112055"/>
                </a:lnTo>
                <a:cubicBezTo>
                  <a:pt x="46268" y="110799"/>
                  <a:pt x="43186" y="106462"/>
                  <a:pt x="43490" y="101706"/>
                </a:cubicBezTo>
                <a:lnTo>
                  <a:pt x="44518" y="85763"/>
                </a:lnTo>
                <a:cubicBezTo>
                  <a:pt x="41360" y="83328"/>
                  <a:pt x="38582" y="80512"/>
                  <a:pt x="36185" y="77392"/>
                </a:cubicBezTo>
                <a:lnTo>
                  <a:pt x="20204" y="78420"/>
                </a:lnTo>
                <a:cubicBezTo>
                  <a:pt x="15448" y="78724"/>
                  <a:pt x="11110" y="75604"/>
                  <a:pt x="9855" y="71000"/>
                </a:cubicBezTo>
                <a:lnTo>
                  <a:pt x="7191" y="61031"/>
                </a:lnTo>
                <a:cubicBezTo>
                  <a:pt x="5974" y="56427"/>
                  <a:pt x="8143" y="51557"/>
                  <a:pt x="12442" y="49426"/>
                </a:cubicBezTo>
                <a:lnTo>
                  <a:pt x="26787" y="42349"/>
                </a:lnTo>
                <a:cubicBezTo>
                  <a:pt x="27053" y="40408"/>
                  <a:pt x="27434" y="38506"/>
                  <a:pt x="27928" y="36565"/>
                </a:cubicBezTo>
                <a:cubicBezTo>
                  <a:pt x="28461" y="34625"/>
                  <a:pt x="29070" y="32760"/>
                  <a:pt x="29831" y="30972"/>
                </a:cubicBezTo>
                <a:lnTo>
                  <a:pt x="20965" y="17693"/>
                </a:lnTo>
                <a:cubicBezTo>
                  <a:pt x="18302" y="13698"/>
                  <a:pt x="18834" y="8409"/>
                  <a:pt x="22221" y="5023"/>
                </a:cubicBezTo>
                <a:lnTo>
                  <a:pt x="29526" y="-2283"/>
                </a:lnTo>
                <a:cubicBezTo>
                  <a:pt x="32913" y="-5669"/>
                  <a:pt x="38201" y="-6202"/>
                  <a:pt x="42197" y="-3539"/>
                </a:cubicBezTo>
                <a:lnTo>
                  <a:pt x="55514" y="5327"/>
                </a:lnTo>
                <a:cubicBezTo>
                  <a:pt x="59129" y="3843"/>
                  <a:pt x="62972" y="2778"/>
                  <a:pt x="66891" y="2245"/>
                </a:cubicBezTo>
                <a:lnTo>
                  <a:pt x="73968" y="-12062"/>
                </a:lnTo>
                <a:cubicBezTo>
                  <a:pt x="76099" y="-16361"/>
                  <a:pt x="80931" y="-18530"/>
                  <a:pt x="85573" y="-17312"/>
                </a:cubicBezTo>
                <a:close/>
                <a:moveTo>
                  <a:pt x="73207" y="31961"/>
                </a:moveTo>
                <a:cubicBezTo>
                  <a:pt x="63967" y="31961"/>
                  <a:pt x="56465" y="39463"/>
                  <a:pt x="56465" y="48703"/>
                </a:cubicBezTo>
                <a:cubicBezTo>
                  <a:pt x="56465" y="57943"/>
                  <a:pt x="63967" y="65445"/>
                  <a:pt x="73207" y="65445"/>
                </a:cubicBezTo>
                <a:cubicBezTo>
                  <a:pt x="82447" y="65445"/>
                  <a:pt x="89948" y="57943"/>
                  <a:pt x="89948" y="48703"/>
                </a:cubicBezTo>
                <a:cubicBezTo>
                  <a:pt x="89948" y="39463"/>
                  <a:pt x="82447" y="31961"/>
                  <a:pt x="73207" y="31961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0" name="Text 18"/>
          <p:cNvSpPr/>
          <p:nvPr/>
        </p:nvSpPr>
        <p:spPr>
          <a:xfrm>
            <a:off x="730546" y="3376746"/>
            <a:ext cx="5203111" cy="25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Preprocessing Pipeline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7031" y="3733901"/>
            <a:ext cx="5414157" cy="422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3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Images resized to standard resolution with RGB color mode maintenance for uniform input to the CNN model.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7031" y="4253401"/>
            <a:ext cx="5349220" cy="422093"/>
          </a:xfrm>
          <a:custGeom>
            <a:avLst/>
            <a:gdLst/>
            <a:ahLst/>
            <a:cxnLst/>
            <a:rect l="l" t="t" r="r" b="b"/>
            <a:pathLst>
              <a:path w="5349220" h="422093">
                <a:moveTo>
                  <a:pt x="32467" y="0"/>
                </a:moveTo>
                <a:lnTo>
                  <a:pt x="5316752" y="0"/>
                </a:lnTo>
                <a:cubicBezTo>
                  <a:pt x="5334684" y="0"/>
                  <a:pt x="5349220" y="14536"/>
                  <a:pt x="5349220" y="32467"/>
                </a:cubicBezTo>
                <a:lnTo>
                  <a:pt x="5349220" y="389626"/>
                </a:lnTo>
                <a:cubicBezTo>
                  <a:pt x="5349220" y="407557"/>
                  <a:pt x="5334684" y="422093"/>
                  <a:pt x="5316752" y="422093"/>
                </a:cubicBezTo>
                <a:lnTo>
                  <a:pt x="32467" y="422093"/>
                </a:lnTo>
                <a:cubicBezTo>
                  <a:pt x="14548" y="422093"/>
                  <a:pt x="0" y="407545"/>
                  <a:pt x="0" y="389626"/>
                </a:cubicBezTo>
                <a:lnTo>
                  <a:pt x="0" y="32467"/>
                </a:lnTo>
                <a:cubicBezTo>
                  <a:pt x="0" y="14536"/>
                  <a:pt x="14536" y="0"/>
                  <a:pt x="3246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84437" y="4367041"/>
            <a:ext cx="665609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Size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68302" y="4350807"/>
            <a:ext cx="543851" cy="227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128×128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7031" y="4740431"/>
            <a:ext cx="5349220" cy="422093"/>
          </a:xfrm>
          <a:custGeom>
            <a:avLst/>
            <a:gdLst/>
            <a:ahLst/>
            <a:cxnLst/>
            <a:rect l="l" t="t" r="r" b="b"/>
            <a:pathLst>
              <a:path w="5349220" h="422093">
                <a:moveTo>
                  <a:pt x="32467" y="0"/>
                </a:moveTo>
                <a:lnTo>
                  <a:pt x="5316752" y="0"/>
                </a:lnTo>
                <a:cubicBezTo>
                  <a:pt x="5334684" y="0"/>
                  <a:pt x="5349220" y="14536"/>
                  <a:pt x="5349220" y="32467"/>
                </a:cubicBezTo>
                <a:lnTo>
                  <a:pt x="5349220" y="389626"/>
                </a:lnTo>
                <a:cubicBezTo>
                  <a:pt x="5349220" y="407557"/>
                  <a:pt x="5334684" y="422093"/>
                  <a:pt x="5316752" y="422093"/>
                </a:cubicBezTo>
                <a:lnTo>
                  <a:pt x="32467" y="422093"/>
                </a:lnTo>
                <a:cubicBezTo>
                  <a:pt x="14548" y="422093"/>
                  <a:pt x="0" y="407545"/>
                  <a:pt x="0" y="389626"/>
                </a:cubicBezTo>
                <a:lnTo>
                  <a:pt x="0" y="32467"/>
                </a:lnTo>
                <a:cubicBezTo>
                  <a:pt x="0" y="14536"/>
                  <a:pt x="14536" y="0"/>
                  <a:pt x="3246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84437" y="4854072"/>
            <a:ext cx="730546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Color Mode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72880" y="4837838"/>
            <a:ext cx="340921" cy="227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RGB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87031" y="5227462"/>
            <a:ext cx="5349220" cy="422093"/>
          </a:xfrm>
          <a:custGeom>
            <a:avLst/>
            <a:gdLst/>
            <a:ahLst/>
            <a:cxnLst/>
            <a:rect l="l" t="t" r="r" b="b"/>
            <a:pathLst>
              <a:path w="5349220" h="422093">
                <a:moveTo>
                  <a:pt x="32467" y="0"/>
                </a:moveTo>
                <a:lnTo>
                  <a:pt x="5316752" y="0"/>
                </a:lnTo>
                <a:cubicBezTo>
                  <a:pt x="5334684" y="0"/>
                  <a:pt x="5349220" y="14536"/>
                  <a:pt x="5349220" y="32467"/>
                </a:cubicBezTo>
                <a:lnTo>
                  <a:pt x="5349220" y="389626"/>
                </a:lnTo>
                <a:cubicBezTo>
                  <a:pt x="5349220" y="407557"/>
                  <a:pt x="5334684" y="422093"/>
                  <a:pt x="5316752" y="422093"/>
                </a:cubicBezTo>
                <a:lnTo>
                  <a:pt x="32467" y="422093"/>
                </a:lnTo>
                <a:cubicBezTo>
                  <a:pt x="14548" y="422093"/>
                  <a:pt x="0" y="407545"/>
                  <a:pt x="0" y="389626"/>
                </a:cubicBezTo>
                <a:lnTo>
                  <a:pt x="0" y="32467"/>
                </a:lnTo>
                <a:cubicBezTo>
                  <a:pt x="0" y="14536"/>
                  <a:pt x="14536" y="0"/>
                  <a:pt x="3246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84437" y="5341103"/>
            <a:ext cx="633140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Batch Size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584998" y="5324868"/>
            <a:ext cx="227281" cy="227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64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02411" y="1274397"/>
            <a:ext cx="5657672" cy="3328043"/>
          </a:xfrm>
          <a:custGeom>
            <a:avLst/>
            <a:gdLst/>
            <a:ahLst/>
            <a:cxnLst/>
            <a:rect l="l" t="t" r="r" b="b"/>
            <a:pathLst>
              <a:path w="5657672" h="3328043">
                <a:moveTo>
                  <a:pt x="64930" y="0"/>
                </a:moveTo>
                <a:lnTo>
                  <a:pt x="5592742" y="0"/>
                </a:lnTo>
                <a:cubicBezTo>
                  <a:pt x="5628602" y="0"/>
                  <a:pt x="5657672" y="29070"/>
                  <a:pt x="5657672" y="64930"/>
                </a:cubicBezTo>
                <a:lnTo>
                  <a:pt x="5657672" y="3263112"/>
                </a:lnTo>
                <a:cubicBezTo>
                  <a:pt x="5657672" y="3298972"/>
                  <a:pt x="5628602" y="3328043"/>
                  <a:pt x="5592742" y="3328043"/>
                </a:cubicBezTo>
                <a:lnTo>
                  <a:pt x="64930" y="3328043"/>
                </a:lnTo>
                <a:cubicBezTo>
                  <a:pt x="29070" y="3328043"/>
                  <a:pt x="0" y="3298972"/>
                  <a:pt x="0" y="3263112"/>
                </a:cubicBezTo>
                <a:lnTo>
                  <a:pt x="0" y="64930"/>
                </a:lnTo>
                <a:cubicBezTo>
                  <a:pt x="0" y="29070"/>
                  <a:pt x="29070" y="0"/>
                  <a:pt x="6493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25400">
            <a:solidFill>
              <a:srgbClr val="3D8F8A">
                <a:alpha val="50196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4169" y="1444858"/>
            <a:ext cx="5414157" cy="25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3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Statistics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72872" y="1834482"/>
            <a:ext cx="5316751" cy="876655"/>
          </a:xfrm>
          <a:custGeom>
            <a:avLst/>
            <a:gdLst/>
            <a:ahLst/>
            <a:cxnLst/>
            <a:rect l="l" t="t" r="r" b="b"/>
            <a:pathLst>
              <a:path w="5316751" h="876655">
                <a:moveTo>
                  <a:pt x="64934" y="0"/>
                </a:moveTo>
                <a:lnTo>
                  <a:pt x="5251817" y="0"/>
                </a:lnTo>
                <a:cubicBezTo>
                  <a:pt x="5287679" y="0"/>
                  <a:pt x="5316751" y="29072"/>
                  <a:pt x="5316751" y="64934"/>
                </a:cubicBezTo>
                <a:lnTo>
                  <a:pt x="5316751" y="811721"/>
                </a:lnTo>
                <a:cubicBezTo>
                  <a:pt x="5316751" y="847583"/>
                  <a:pt x="5287679" y="876655"/>
                  <a:pt x="5251817" y="876655"/>
                </a:cubicBezTo>
                <a:lnTo>
                  <a:pt x="64934" y="876655"/>
                </a:lnTo>
                <a:cubicBezTo>
                  <a:pt x="29072" y="876655"/>
                  <a:pt x="0" y="847583"/>
                  <a:pt x="0" y="811721"/>
                </a:cubicBezTo>
                <a:lnTo>
                  <a:pt x="0" y="64934"/>
                </a:lnTo>
                <a:cubicBezTo>
                  <a:pt x="0" y="29096"/>
                  <a:pt x="29096" y="0"/>
                  <a:pt x="6493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535215" y="2029294"/>
            <a:ext cx="811718" cy="227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Set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669902" y="1996826"/>
            <a:ext cx="982178" cy="292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17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140,002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35215" y="2353981"/>
            <a:ext cx="5057001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3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Files belonging to 2 classes (Real/Fake)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72872" y="2808543"/>
            <a:ext cx="2613731" cy="746780"/>
          </a:xfrm>
          <a:custGeom>
            <a:avLst/>
            <a:gdLst/>
            <a:ahLst/>
            <a:cxnLst/>
            <a:rect l="l" t="t" r="r" b="b"/>
            <a:pathLst>
              <a:path w="2613731" h="746780">
                <a:moveTo>
                  <a:pt x="64940" y="0"/>
                </a:moveTo>
                <a:lnTo>
                  <a:pt x="2548791" y="0"/>
                </a:lnTo>
                <a:cubicBezTo>
                  <a:pt x="2584656" y="0"/>
                  <a:pt x="2613731" y="29075"/>
                  <a:pt x="2613731" y="64940"/>
                </a:cubicBezTo>
                <a:lnTo>
                  <a:pt x="2613731" y="681840"/>
                </a:lnTo>
                <a:cubicBezTo>
                  <a:pt x="2613731" y="717706"/>
                  <a:pt x="2584656" y="746780"/>
                  <a:pt x="2548791" y="746780"/>
                </a:cubicBezTo>
                <a:lnTo>
                  <a:pt x="64940" y="746780"/>
                </a:lnTo>
                <a:cubicBezTo>
                  <a:pt x="29075" y="746780"/>
                  <a:pt x="0" y="717706"/>
                  <a:pt x="0" y="681840"/>
                </a:cubicBezTo>
                <a:lnTo>
                  <a:pt x="0" y="64940"/>
                </a:lnTo>
                <a:cubicBezTo>
                  <a:pt x="0" y="29099"/>
                  <a:pt x="29099" y="0"/>
                  <a:pt x="6494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454044" y="2938418"/>
            <a:ext cx="2451387" cy="25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34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10,905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70278" y="3230636"/>
            <a:ext cx="2418919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3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 Files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080331" y="2808543"/>
            <a:ext cx="2613731" cy="746780"/>
          </a:xfrm>
          <a:custGeom>
            <a:avLst/>
            <a:gdLst/>
            <a:ahLst/>
            <a:cxnLst/>
            <a:rect l="l" t="t" r="r" b="b"/>
            <a:pathLst>
              <a:path w="2613731" h="746780">
                <a:moveTo>
                  <a:pt x="64940" y="0"/>
                </a:moveTo>
                <a:lnTo>
                  <a:pt x="2548791" y="0"/>
                </a:lnTo>
                <a:cubicBezTo>
                  <a:pt x="2584656" y="0"/>
                  <a:pt x="2613731" y="29075"/>
                  <a:pt x="2613731" y="64940"/>
                </a:cubicBezTo>
                <a:lnTo>
                  <a:pt x="2613731" y="681840"/>
                </a:lnTo>
                <a:cubicBezTo>
                  <a:pt x="2613731" y="717706"/>
                  <a:pt x="2584656" y="746780"/>
                  <a:pt x="2548791" y="746780"/>
                </a:cubicBezTo>
                <a:lnTo>
                  <a:pt x="64940" y="746780"/>
                </a:lnTo>
                <a:cubicBezTo>
                  <a:pt x="29075" y="746780"/>
                  <a:pt x="0" y="717706"/>
                  <a:pt x="0" y="681840"/>
                </a:cubicBezTo>
                <a:lnTo>
                  <a:pt x="0" y="64940"/>
                </a:lnTo>
                <a:cubicBezTo>
                  <a:pt x="0" y="29099"/>
                  <a:pt x="29099" y="0"/>
                  <a:pt x="6494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9161503" y="2938418"/>
            <a:ext cx="2451387" cy="25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34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39,428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177737" y="3230636"/>
            <a:ext cx="2418919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3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Files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72872" y="3652730"/>
            <a:ext cx="5316751" cy="779249"/>
          </a:xfrm>
          <a:custGeom>
            <a:avLst/>
            <a:gdLst/>
            <a:ahLst/>
            <a:cxnLst/>
            <a:rect l="l" t="t" r="r" b="b"/>
            <a:pathLst>
              <a:path w="5316751" h="779249">
                <a:moveTo>
                  <a:pt x="64935" y="0"/>
                </a:moveTo>
                <a:lnTo>
                  <a:pt x="5251816" y="0"/>
                </a:lnTo>
                <a:cubicBezTo>
                  <a:pt x="5287679" y="0"/>
                  <a:pt x="5316751" y="29072"/>
                  <a:pt x="5316751" y="64935"/>
                </a:cubicBezTo>
                <a:lnTo>
                  <a:pt x="5316751" y="714314"/>
                </a:lnTo>
                <a:cubicBezTo>
                  <a:pt x="5316751" y="750177"/>
                  <a:pt x="5287679" y="779249"/>
                  <a:pt x="5251816" y="779249"/>
                </a:cubicBezTo>
                <a:lnTo>
                  <a:pt x="64935" y="779249"/>
                </a:lnTo>
                <a:cubicBezTo>
                  <a:pt x="29096" y="779249"/>
                  <a:pt x="0" y="750153"/>
                  <a:pt x="0" y="714314"/>
                </a:cubicBezTo>
                <a:lnTo>
                  <a:pt x="0" y="64935"/>
                </a:lnTo>
                <a:cubicBezTo>
                  <a:pt x="0" y="29072"/>
                  <a:pt x="29072" y="0"/>
                  <a:pt x="6493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441868" y="3782605"/>
            <a:ext cx="5178759" cy="292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17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190,335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70278" y="4107292"/>
            <a:ext cx="5121939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3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Dataset Size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94294" y="4740431"/>
            <a:ext cx="5673907" cy="2987121"/>
          </a:xfrm>
          <a:custGeom>
            <a:avLst/>
            <a:gdLst/>
            <a:ahLst/>
            <a:cxnLst/>
            <a:rect l="l" t="t" r="r" b="b"/>
            <a:pathLst>
              <a:path w="5673907" h="2987121">
                <a:moveTo>
                  <a:pt x="64940" y="0"/>
                </a:moveTo>
                <a:lnTo>
                  <a:pt x="5608967" y="0"/>
                </a:lnTo>
                <a:cubicBezTo>
                  <a:pt x="5644832" y="0"/>
                  <a:pt x="5673907" y="29075"/>
                  <a:pt x="5673907" y="64940"/>
                </a:cubicBezTo>
                <a:lnTo>
                  <a:pt x="5673907" y="2922181"/>
                </a:lnTo>
                <a:cubicBezTo>
                  <a:pt x="5673907" y="2958047"/>
                  <a:pt x="5644832" y="2987121"/>
                  <a:pt x="5608967" y="2987121"/>
                </a:cubicBezTo>
                <a:lnTo>
                  <a:pt x="64940" y="2987121"/>
                </a:lnTo>
                <a:cubicBezTo>
                  <a:pt x="29075" y="2987121"/>
                  <a:pt x="0" y="2958047"/>
                  <a:pt x="0" y="2922181"/>
                </a:cubicBezTo>
                <a:lnTo>
                  <a:pt x="0" y="64940"/>
                </a:lnTo>
                <a:cubicBezTo>
                  <a:pt x="0" y="29099"/>
                  <a:pt x="29099" y="0"/>
                  <a:pt x="6494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283583" y="4870306"/>
            <a:ext cx="5495329" cy="227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78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 Distribution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24169" y="5194993"/>
            <a:ext cx="2646200" cy="1136405"/>
          </a:xfrm>
          <a:custGeom>
            <a:avLst/>
            <a:gdLst/>
            <a:ahLst/>
            <a:cxnLst/>
            <a:rect l="l" t="t" r="r" b="b"/>
            <a:pathLst>
              <a:path w="2646200" h="1136405">
                <a:moveTo>
                  <a:pt x="64934" y="0"/>
                </a:moveTo>
                <a:lnTo>
                  <a:pt x="2581266" y="0"/>
                </a:lnTo>
                <a:cubicBezTo>
                  <a:pt x="2617128" y="0"/>
                  <a:pt x="2646200" y="29072"/>
                  <a:pt x="2646200" y="64934"/>
                </a:cubicBezTo>
                <a:lnTo>
                  <a:pt x="2646200" y="1071471"/>
                </a:lnTo>
                <a:cubicBezTo>
                  <a:pt x="2646200" y="1107333"/>
                  <a:pt x="2617128" y="1136405"/>
                  <a:pt x="2581266" y="1136405"/>
                </a:cubicBezTo>
                <a:lnTo>
                  <a:pt x="64934" y="1136405"/>
                </a:lnTo>
                <a:cubicBezTo>
                  <a:pt x="29072" y="1136405"/>
                  <a:pt x="0" y="1107333"/>
                  <a:pt x="0" y="1071471"/>
                </a:cubicBezTo>
                <a:lnTo>
                  <a:pt x="0" y="64934"/>
                </a:lnTo>
                <a:cubicBezTo>
                  <a:pt x="0" y="29072"/>
                  <a:pt x="29072" y="0"/>
                  <a:pt x="6493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450554" y="5324868"/>
            <a:ext cx="389625" cy="389625"/>
          </a:xfrm>
          <a:custGeom>
            <a:avLst/>
            <a:gdLst/>
            <a:ahLst/>
            <a:cxnLst/>
            <a:rect l="l" t="t" r="r" b="b"/>
            <a:pathLst>
              <a:path w="389625" h="389625">
                <a:moveTo>
                  <a:pt x="194812" y="0"/>
                </a:moveTo>
                <a:lnTo>
                  <a:pt x="194812" y="0"/>
                </a:lnTo>
                <a:cubicBezTo>
                  <a:pt x="302404" y="0"/>
                  <a:pt x="389625" y="87220"/>
                  <a:pt x="389625" y="194812"/>
                </a:cubicBezTo>
                <a:lnTo>
                  <a:pt x="389625" y="194812"/>
                </a:lnTo>
                <a:cubicBezTo>
                  <a:pt x="389625" y="302404"/>
                  <a:pt x="302404" y="389625"/>
                  <a:pt x="194812" y="389625"/>
                </a:cubicBezTo>
                <a:lnTo>
                  <a:pt x="194812" y="389625"/>
                </a:lnTo>
                <a:cubicBezTo>
                  <a:pt x="87220" y="389625"/>
                  <a:pt x="0" y="302404"/>
                  <a:pt x="0" y="194812"/>
                </a:cubicBezTo>
                <a:lnTo>
                  <a:pt x="0" y="194812"/>
                </a:lnTo>
                <a:cubicBezTo>
                  <a:pt x="0" y="87220"/>
                  <a:pt x="87220" y="0"/>
                  <a:pt x="194812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543901" y="5438509"/>
            <a:ext cx="202929" cy="162344"/>
          </a:xfrm>
          <a:custGeom>
            <a:avLst/>
            <a:gdLst/>
            <a:ahLst/>
            <a:cxnLst/>
            <a:rect l="l" t="t" r="r" b="b"/>
            <a:pathLst>
              <a:path w="202929" h="162344">
                <a:moveTo>
                  <a:pt x="43123" y="40586"/>
                </a:moveTo>
                <a:cubicBezTo>
                  <a:pt x="43123" y="19586"/>
                  <a:pt x="60172" y="2537"/>
                  <a:pt x="81172" y="2537"/>
                </a:cubicBezTo>
                <a:cubicBezTo>
                  <a:pt x="102172" y="2537"/>
                  <a:pt x="119221" y="19586"/>
                  <a:pt x="119221" y="40586"/>
                </a:cubicBezTo>
                <a:cubicBezTo>
                  <a:pt x="119221" y="61586"/>
                  <a:pt x="102172" y="78635"/>
                  <a:pt x="81172" y="78635"/>
                </a:cubicBezTo>
                <a:cubicBezTo>
                  <a:pt x="60172" y="78635"/>
                  <a:pt x="43123" y="61586"/>
                  <a:pt x="43123" y="40586"/>
                </a:cubicBezTo>
                <a:close/>
                <a:moveTo>
                  <a:pt x="15220" y="152926"/>
                </a:moveTo>
                <a:cubicBezTo>
                  <a:pt x="15220" y="121694"/>
                  <a:pt x="40522" y="96391"/>
                  <a:pt x="71755" y="96391"/>
                </a:cubicBezTo>
                <a:lnTo>
                  <a:pt x="90589" y="96391"/>
                </a:lnTo>
                <a:cubicBezTo>
                  <a:pt x="121821" y="96391"/>
                  <a:pt x="147124" y="121694"/>
                  <a:pt x="147124" y="152926"/>
                </a:cubicBezTo>
                <a:cubicBezTo>
                  <a:pt x="147124" y="158126"/>
                  <a:pt x="142907" y="162344"/>
                  <a:pt x="137707" y="162344"/>
                </a:cubicBezTo>
                <a:lnTo>
                  <a:pt x="24637" y="162344"/>
                </a:lnTo>
                <a:cubicBezTo>
                  <a:pt x="19437" y="162344"/>
                  <a:pt x="15220" y="158126"/>
                  <a:pt x="15220" y="152926"/>
                </a:cubicBezTo>
                <a:close/>
                <a:moveTo>
                  <a:pt x="194178" y="42076"/>
                </a:moveTo>
                <a:lnTo>
                  <a:pt x="168812" y="82662"/>
                </a:lnTo>
                <a:cubicBezTo>
                  <a:pt x="167480" y="84786"/>
                  <a:pt x="165197" y="86118"/>
                  <a:pt x="162692" y="86245"/>
                </a:cubicBezTo>
                <a:cubicBezTo>
                  <a:pt x="160187" y="86372"/>
                  <a:pt x="157778" y="85230"/>
                  <a:pt x="156287" y="83201"/>
                </a:cubicBezTo>
                <a:lnTo>
                  <a:pt x="141068" y="62908"/>
                </a:lnTo>
                <a:cubicBezTo>
                  <a:pt x="138531" y="59547"/>
                  <a:pt x="139229" y="54791"/>
                  <a:pt x="142590" y="52254"/>
                </a:cubicBezTo>
                <a:cubicBezTo>
                  <a:pt x="145951" y="49718"/>
                  <a:pt x="150707" y="50415"/>
                  <a:pt x="153243" y="53776"/>
                </a:cubicBezTo>
                <a:lnTo>
                  <a:pt x="161805" y="65191"/>
                </a:lnTo>
                <a:lnTo>
                  <a:pt x="181273" y="34022"/>
                </a:lnTo>
                <a:cubicBezTo>
                  <a:pt x="183493" y="30471"/>
                  <a:pt x="188185" y="29361"/>
                  <a:pt x="191768" y="31613"/>
                </a:cubicBezTo>
                <a:cubicBezTo>
                  <a:pt x="195351" y="33864"/>
                  <a:pt x="196429" y="38525"/>
                  <a:pt x="194178" y="42108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51" name="Text 49"/>
          <p:cNvSpPr/>
          <p:nvPr/>
        </p:nvSpPr>
        <p:spPr>
          <a:xfrm>
            <a:off x="6417516" y="5779430"/>
            <a:ext cx="2459505" cy="227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 Images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425633" y="6039180"/>
            <a:ext cx="2443270" cy="16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5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 facial images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9096565" y="5194993"/>
            <a:ext cx="2646200" cy="1136405"/>
          </a:xfrm>
          <a:custGeom>
            <a:avLst/>
            <a:gdLst/>
            <a:ahLst/>
            <a:cxnLst/>
            <a:rect l="l" t="t" r="r" b="b"/>
            <a:pathLst>
              <a:path w="2646200" h="1136405">
                <a:moveTo>
                  <a:pt x="64934" y="0"/>
                </a:moveTo>
                <a:lnTo>
                  <a:pt x="2581266" y="0"/>
                </a:lnTo>
                <a:cubicBezTo>
                  <a:pt x="2617128" y="0"/>
                  <a:pt x="2646200" y="29072"/>
                  <a:pt x="2646200" y="64934"/>
                </a:cubicBezTo>
                <a:lnTo>
                  <a:pt x="2646200" y="1071471"/>
                </a:lnTo>
                <a:cubicBezTo>
                  <a:pt x="2646200" y="1107333"/>
                  <a:pt x="2617128" y="1136405"/>
                  <a:pt x="2581266" y="1136405"/>
                </a:cubicBezTo>
                <a:lnTo>
                  <a:pt x="64934" y="1136405"/>
                </a:lnTo>
                <a:cubicBezTo>
                  <a:pt x="29072" y="1136405"/>
                  <a:pt x="0" y="1107333"/>
                  <a:pt x="0" y="1071471"/>
                </a:cubicBezTo>
                <a:lnTo>
                  <a:pt x="0" y="64934"/>
                </a:lnTo>
                <a:cubicBezTo>
                  <a:pt x="0" y="29072"/>
                  <a:pt x="29072" y="0"/>
                  <a:pt x="6493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0223077" y="5324868"/>
            <a:ext cx="389625" cy="389625"/>
          </a:xfrm>
          <a:custGeom>
            <a:avLst/>
            <a:gdLst/>
            <a:ahLst/>
            <a:cxnLst/>
            <a:rect l="l" t="t" r="r" b="b"/>
            <a:pathLst>
              <a:path w="389625" h="389625">
                <a:moveTo>
                  <a:pt x="194812" y="0"/>
                </a:moveTo>
                <a:lnTo>
                  <a:pt x="194812" y="0"/>
                </a:lnTo>
                <a:cubicBezTo>
                  <a:pt x="302404" y="0"/>
                  <a:pt x="389625" y="87220"/>
                  <a:pt x="389625" y="194812"/>
                </a:cubicBezTo>
                <a:lnTo>
                  <a:pt x="389625" y="194812"/>
                </a:lnTo>
                <a:cubicBezTo>
                  <a:pt x="389625" y="302404"/>
                  <a:pt x="302404" y="389625"/>
                  <a:pt x="194812" y="389625"/>
                </a:cubicBezTo>
                <a:lnTo>
                  <a:pt x="194812" y="389625"/>
                </a:lnTo>
                <a:cubicBezTo>
                  <a:pt x="87220" y="389625"/>
                  <a:pt x="0" y="302404"/>
                  <a:pt x="0" y="194812"/>
                </a:cubicBezTo>
                <a:lnTo>
                  <a:pt x="0" y="194812"/>
                </a:lnTo>
                <a:cubicBezTo>
                  <a:pt x="0" y="87220"/>
                  <a:pt x="87220" y="0"/>
                  <a:pt x="194812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0346864" y="5438509"/>
            <a:ext cx="142051" cy="162344"/>
          </a:xfrm>
          <a:custGeom>
            <a:avLst/>
            <a:gdLst/>
            <a:ahLst/>
            <a:cxnLst/>
            <a:rect l="l" t="t" r="r" b="b"/>
            <a:pathLst>
              <a:path w="142051" h="162344">
                <a:moveTo>
                  <a:pt x="54220" y="-5073"/>
                </a:moveTo>
                <a:cubicBezTo>
                  <a:pt x="42679" y="-5073"/>
                  <a:pt x="35893" y="13412"/>
                  <a:pt x="32564" y="30439"/>
                </a:cubicBezTo>
                <a:lnTo>
                  <a:pt x="22830" y="30439"/>
                </a:lnTo>
                <a:cubicBezTo>
                  <a:pt x="18612" y="30439"/>
                  <a:pt x="15220" y="33832"/>
                  <a:pt x="15220" y="38049"/>
                </a:cubicBezTo>
                <a:cubicBezTo>
                  <a:pt x="15220" y="42266"/>
                  <a:pt x="18612" y="45659"/>
                  <a:pt x="22830" y="45659"/>
                </a:cubicBezTo>
                <a:lnTo>
                  <a:pt x="30439" y="45659"/>
                </a:lnTo>
                <a:lnTo>
                  <a:pt x="30439" y="55806"/>
                </a:lnTo>
                <a:cubicBezTo>
                  <a:pt x="30439" y="61196"/>
                  <a:pt x="31486" y="66333"/>
                  <a:pt x="33388" y="71025"/>
                </a:cubicBezTo>
                <a:lnTo>
                  <a:pt x="30439" y="71025"/>
                </a:lnTo>
                <a:lnTo>
                  <a:pt x="30439" y="71025"/>
                </a:lnTo>
                <a:lnTo>
                  <a:pt x="23939" y="71025"/>
                </a:lnTo>
                <a:cubicBezTo>
                  <a:pt x="19120" y="71025"/>
                  <a:pt x="15220" y="74925"/>
                  <a:pt x="15220" y="79745"/>
                </a:cubicBezTo>
                <a:cubicBezTo>
                  <a:pt x="15220" y="80696"/>
                  <a:pt x="15378" y="81616"/>
                  <a:pt x="15664" y="82503"/>
                </a:cubicBezTo>
                <a:lnTo>
                  <a:pt x="24827" y="109962"/>
                </a:lnTo>
                <a:cubicBezTo>
                  <a:pt x="12747" y="120363"/>
                  <a:pt x="5073" y="135741"/>
                  <a:pt x="5073" y="152926"/>
                </a:cubicBezTo>
                <a:cubicBezTo>
                  <a:pt x="5073" y="158126"/>
                  <a:pt x="9290" y="162344"/>
                  <a:pt x="14490" y="162344"/>
                </a:cubicBezTo>
                <a:lnTo>
                  <a:pt x="127560" y="162344"/>
                </a:lnTo>
                <a:cubicBezTo>
                  <a:pt x="132760" y="162344"/>
                  <a:pt x="136977" y="158126"/>
                  <a:pt x="136977" y="152926"/>
                </a:cubicBezTo>
                <a:cubicBezTo>
                  <a:pt x="136977" y="135741"/>
                  <a:pt x="129304" y="120363"/>
                  <a:pt x="117223" y="109994"/>
                </a:cubicBezTo>
                <a:lnTo>
                  <a:pt x="126387" y="82535"/>
                </a:lnTo>
                <a:cubicBezTo>
                  <a:pt x="126672" y="81647"/>
                  <a:pt x="126831" y="80728"/>
                  <a:pt x="126831" y="79777"/>
                </a:cubicBezTo>
                <a:cubicBezTo>
                  <a:pt x="126831" y="74957"/>
                  <a:pt x="122931" y="71057"/>
                  <a:pt x="118111" y="71057"/>
                </a:cubicBezTo>
                <a:lnTo>
                  <a:pt x="111611" y="71057"/>
                </a:lnTo>
                <a:lnTo>
                  <a:pt x="111611" y="71057"/>
                </a:lnTo>
                <a:lnTo>
                  <a:pt x="108662" y="71057"/>
                </a:lnTo>
                <a:cubicBezTo>
                  <a:pt x="110565" y="66364"/>
                  <a:pt x="111611" y="61228"/>
                  <a:pt x="111611" y="55837"/>
                </a:cubicBezTo>
                <a:lnTo>
                  <a:pt x="111611" y="45691"/>
                </a:lnTo>
                <a:lnTo>
                  <a:pt x="119221" y="45691"/>
                </a:lnTo>
                <a:cubicBezTo>
                  <a:pt x="123438" y="45691"/>
                  <a:pt x="126831" y="42298"/>
                  <a:pt x="126831" y="38081"/>
                </a:cubicBezTo>
                <a:cubicBezTo>
                  <a:pt x="126831" y="33864"/>
                  <a:pt x="123438" y="30471"/>
                  <a:pt x="119221" y="30471"/>
                </a:cubicBezTo>
                <a:lnTo>
                  <a:pt x="109487" y="30471"/>
                </a:lnTo>
                <a:cubicBezTo>
                  <a:pt x="106189" y="13444"/>
                  <a:pt x="99372" y="-5042"/>
                  <a:pt x="87830" y="-5042"/>
                </a:cubicBezTo>
                <a:cubicBezTo>
                  <a:pt x="84786" y="-5042"/>
                  <a:pt x="81806" y="-3805"/>
                  <a:pt x="79111" y="-2441"/>
                </a:cubicBezTo>
                <a:cubicBezTo>
                  <a:pt x="76511" y="-1141"/>
                  <a:pt x="73277" y="32"/>
                  <a:pt x="71025" y="32"/>
                </a:cubicBezTo>
                <a:cubicBezTo>
                  <a:pt x="68774" y="32"/>
                  <a:pt x="65540" y="-1141"/>
                  <a:pt x="62940" y="-2441"/>
                </a:cubicBezTo>
                <a:cubicBezTo>
                  <a:pt x="60245" y="-3837"/>
                  <a:pt x="57264" y="-5073"/>
                  <a:pt x="54220" y="-5073"/>
                </a:cubicBezTo>
                <a:close/>
                <a:moveTo>
                  <a:pt x="83930" y="148519"/>
                </a:moveTo>
                <a:lnTo>
                  <a:pt x="76067" y="126038"/>
                </a:lnTo>
                <a:lnTo>
                  <a:pt x="84913" y="115733"/>
                </a:lnTo>
                <a:cubicBezTo>
                  <a:pt x="85769" y="114719"/>
                  <a:pt x="86245" y="113450"/>
                  <a:pt x="86245" y="112119"/>
                </a:cubicBezTo>
                <a:cubicBezTo>
                  <a:pt x="86245" y="109043"/>
                  <a:pt x="83772" y="106570"/>
                  <a:pt x="80696" y="106570"/>
                </a:cubicBezTo>
                <a:lnTo>
                  <a:pt x="61354" y="106570"/>
                </a:lnTo>
                <a:cubicBezTo>
                  <a:pt x="58279" y="106570"/>
                  <a:pt x="55806" y="109043"/>
                  <a:pt x="55806" y="112119"/>
                </a:cubicBezTo>
                <a:cubicBezTo>
                  <a:pt x="55806" y="113450"/>
                  <a:pt x="56281" y="114719"/>
                  <a:pt x="57137" y="115733"/>
                </a:cubicBezTo>
                <a:lnTo>
                  <a:pt x="65984" y="126038"/>
                </a:lnTo>
                <a:lnTo>
                  <a:pt x="58120" y="148519"/>
                </a:lnTo>
                <a:lnTo>
                  <a:pt x="40047" y="91318"/>
                </a:lnTo>
                <a:lnTo>
                  <a:pt x="51367" y="91318"/>
                </a:lnTo>
                <a:cubicBezTo>
                  <a:pt x="57201" y="94552"/>
                  <a:pt x="63891" y="96391"/>
                  <a:pt x="71025" y="96391"/>
                </a:cubicBezTo>
                <a:cubicBezTo>
                  <a:pt x="78160" y="96391"/>
                  <a:pt x="84850" y="94552"/>
                  <a:pt x="90684" y="91318"/>
                </a:cubicBezTo>
                <a:lnTo>
                  <a:pt x="102004" y="91318"/>
                </a:lnTo>
                <a:lnTo>
                  <a:pt x="83930" y="148519"/>
                </a:lnTo>
                <a:close/>
                <a:moveTo>
                  <a:pt x="71025" y="81172"/>
                </a:moveTo>
                <a:cubicBezTo>
                  <a:pt x="60023" y="81172"/>
                  <a:pt x="50669" y="74164"/>
                  <a:pt x="47149" y="64367"/>
                </a:cubicBezTo>
                <a:cubicBezTo>
                  <a:pt x="48957" y="65381"/>
                  <a:pt x="51049" y="65952"/>
                  <a:pt x="53269" y="65952"/>
                </a:cubicBezTo>
                <a:lnTo>
                  <a:pt x="57201" y="65952"/>
                </a:lnTo>
                <a:cubicBezTo>
                  <a:pt x="62433" y="65952"/>
                  <a:pt x="67062" y="62591"/>
                  <a:pt x="68711" y="57645"/>
                </a:cubicBezTo>
                <a:cubicBezTo>
                  <a:pt x="69440" y="55425"/>
                  <a:pt x="72579" y="55425"/>
                  <a:pt x="73308" y="57645"/>
                </a:cubicBezTo>
                <a:cubicBezTo>
                  <a:pt x="74957" y="62591"/>
                  <a:pt x="79618" y="65952"/>
                  <a:pt x="84818" y="65952"/>
                </a:cubicBezTo>
                <a:lnTo>
                  <a:pt x="88750" y="65952"/>
                </a:lnTo>
                <a:cubicBezTo>
                  <a:pt x="90969" y="65952"/>
                  <a:pt x="93062" y="65381"/>
                  <a:pt x="94870" y="64367"/>
                </a:cubicBezTo>
                <a:cubicBezTo>
                  <a:pt x="91350" y="74164"/>
                  <a:pt x="81996" y="81172"/>
                  <a:pt x="70994" y="81172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56" name="Text 54"/>
          <p:cNvSpPr/>
          <p:nvPr/>
        </p:nvSpPr>
        <p:spPr>
          <a:xfrm>
            <a:off x="9189913" y="5779430"/>
            <a:ext cx="2459505" cy="227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Fake Images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198030" y="6039180"/>
            <a:ext cx="2443270" cy="16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5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Manipulated/deepfake content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24169" y="6432863"/>
            <a:ext cx="5414157" cy="8117"/>
          </a:xfrm>
          <a:custGeom>
            <a:avLst/>
            <a:gdLst/>
            <a:ahLst/>
            <a:cxnLst/>
            <a:rect l="l" t="t" r="r" b="b"/>
            <a:pathLst>
              <a:path w="5414157" h="8117">
                <a:moveTo>
                  <a:pt x="0" y="0"/>
                </a:moveTo>
                <a:lnTo>
                  <a:pt x="5414157" y="0"/>
                </a:lnTo>
                <a:lnTo>
                  <a:pt x="5414157" y="8117"/>
                </a:lnTo>
                <a:lnTo>
                  <a:pt x="0" y="8117"/>
                </a:lnTo>
                <a:lnTo>
                  <a:pt x="0" y="0"/>
                </a:lnTo>
                <a:close/>
              </a:path>
            </a:pathLst>
          </a:custGeom>
          <a:solidFill>
            <a:srgbClr val="4A5C6A">
              <a:alpha val="50196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6291700" y="6534328"/>
            <a:ext cx="5479095" cy="194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3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Balanced Classes:</a:t>
            </a:r>
            <a:pPr algn="ctr">
              <a:lnSpc>
                <a:spcPct val="130000"/>
              </a:lnSpc>
            </a:pPr>
            <a:r>
              <a:rPr lang="en-US" sz="1023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Equal representation for unbiased training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66725" y="48577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39270" y="70489"/>
                </a:moveTo>
                <a:cubicBezTo>
                  <a:pt x="143355" y="69384"/>
                  <a:pt x="147641" y="71326"/>
                  <a:pt x="149483" y="75110"/>
                </a:cubicBezTo>
                <a:lnTo>
                  <a:pt x="155711" y="87701"/>
                </a:lnTo>
                <a:cubicBezTo>
                  <a:pt x="159161" y="88170"/>
                  <a:pt x="162543" y="89107"/>
                  <a:pt x="165724" y="90413"/>
                </a:cubicBezTo>
                <a:lnTo>
                  <a:pt x="177444" y="82611"/>
                </a:lnTo>
                <a:cubicBezTo>
                  <a:pt x="180960" y="80267"/>
                  <a:pt x="185615" y="80736"/>
                  <a:pt x="188595" y="83716"/>
                </a:cubicBezTo>
                <a:lnTo>
                  <a:pt x="195024" y="90145"/>
                </a:lnTo>
                <a:cubicBezTo>
                  <a:pt x="198005" y="93125"/>
                  <a:pt x="198473" y="97814"/>
                  <a:pt x="196129" y="101296"/>
                </a:cubicBezTo>
                <a:lnTo>
                  <a:pt x="188327" y="112983"/>
                </a:lnTo>
                <a:cubicBezTo>
                  <a:pt x="188963" y="114557"/>
                  <a:pt x="189533" y="116198"/>
                  <a:pt x="190001" y="117905"/>
                </a:cubicBezTo>
                <a:cubicBezTo>
                  <a:pt x="190470" y="119613"/>
                  <a:pt x="190772" y="121287"/>
                  <a:pt x="191006" y="122995"/>
                </a:cubicBezTo>
                <a:lnTo>
                  <a:pt x="203630" y="129224"/>
                </a:lnTo>
                <a:cubicBezTo>
                  <a:pt x="207414" y="131099"/>
                  <a:pt x="209357" y="135385"/>
                  <a:pt x="208251" y="139437"/>
                </a:cubicBezTo>
                <a:lnTo>
                  <a:pt x="205907" y="148210"/>
                </a:lnTo>
                <a:cubicBezTo>
                  <a:pt x="204802" y="152262"/>
                  <a:pt x="201018" y="155008"/>
                  <a:pt x="196799" y="154740"/>
                </a:cubicBezTo>
                <a:lnTo>
                  <a:pt x="182735" y="153836"/>
                </a:lnTo>
                <a:cubicBezTo>
                  <a:pt x="180625" y="156549"/>
                  <a:pt x="178181" y="159060"/>
                  <a:pt x="175401" y="161203"/>
                </a:cubicBezTo>
                <a:lnTo>
                  <a:pt x="176306" y="175234"/>
                </a:lnTo>
                <a:cubicBezTo>
                  <a:pt x="176573" y="179453"/>
                  <a:pt x="173828" y="183271"/>
                  <a:pt x="169776" y="184342"/>
                </a:cubicBezTo>
                <a:lnTo>
                  <a:pt x="161002" y="186686"/>
                </a:lnTo>
                <a:cubicBezTo>
                  <a:pt x="156917" y="187791"/>
                  <a:pt x="152664" y="185849"/>
                  <a:pt x="150789" y="182065"/>
                </a:cubicBezTo>
                <a:lnTo>
                  <a:pt x="144560" y="169474"/>
                </a:lnTo>
                <a:cubicBezTo>
                  <a:pt x="141111" y="169005"/>
                  <a:pt x="137729" y="168068"/>
                  <a:pt x="134548" y="166762"/>
                </a:cubicBezTo>
                <a:lnTo>
                  <a:pt x="122828" y="174564"/>
                </a:lnTo>
                <a:cubicBezTo>
                  <a:pt x="119312" y="176908"/>
                  <a:pt x="114657" y="176439"/>
                  <a:pt x="111677" y="173459"/>
                </a:cubicBezTo>
                <a:lnTo>
                  <a:pt x="105248" y="167030"/>
                </a:lnTo>
                <a:cubicBezTo>
                  <a:pt x="102267" y="164050"/>
                  <a:pt x="101798" y="159395"/>
                  <a:pt x="104142" y="155879"/>
                </a:cubicBezTo>
                <a:lnTo>
                  <a:pt x="111945" y="144159"/>
                </a:lnTo>
                <a:cubicBezTo>
                  <a:pt x="111309" y="142585"/>
                  <a:pt x="110739" y="140944"/>
                  <a:pt x="110270" y="139236"/>
                </a:cubicBezTo>
                <a:cubicBezTo>
                  <a:pt x="109802" y="137528"/>
                  <a:pt x="109500" y="135821"/>
                  <a:pt x="109266" y="134146"/>
                </a:cubicBezTo>
                <a:lnTo>
                  <a:pt x="96642" y="127918"/>
                </a:lnTo>
                <a:cubicBezTo>
                  <a:pt x="92858" y="126043"/>
                  <a:pt x="90949" y="121756"/>
                  <a:pt x="92020" y="117704"/>
                </a:cubicBezTo>
                <a:lnTo>
                  <a:pt x="94364" y="108931"/>
                </a:lnTo>
                <a:cubicBezTo>
                  <a:pt x="95470" y="104879"/>
                  <a:pt x="99253" y="102133"/>
                  <a:pt x="103473" y="102401"/>
                </a:cubicBezTo>
                <a:lnTo>
                  <a:pt x="117504" y="103305"/>
                </a:lnTo>
                <a:cubicBezTo>
                  <a:pt x="119613" y="100593"/>
                  <a:pt x="122058" y="98081"/>
                  <a:pt x="124837" y="95938"/>
                </a:cubicBezTo>
                <a:lnTo>
                  <a:pt x="123933" y="81941"/>
                </a:lnTo>
                <a:cubicBezTo>
                  <a:pt x="123665" y="77722"/>
                  <a:pt x="126411" y="73904"/>
                  <a:pt x="130463" y="72833"/>
                </a:cubicBezTo>
                <a:lnTo>
                  <a:pt x="139236" y="70489"/>
                </a:lnTo>
                <a:close/>
                <a:moveTo>
                  <a:pt x="150153" y="113854"/>
                </a:moveTo>
                <a:cubicBezTo>
                  <a:pt x="142021" y="113863"/>
                  <a:pt x="135426" y="120472"/>
                  <a:pt x="135435" y="128604"/>
                </a:cubicBezTo>
                <a:cubicBezTo>
                  <a:pt x="135445" y="136736"/>
                  <a:pt x="142054" y="143331"/>
                  <a:pt x="150186" y="143321"/>
                </a:cubicBezTo>
                <a:cubicBezTo>
                  <a:pt x="158318" y="143312"/>
                  <a:pt x="164913" y="136703"/>
                  <a:pt x="164903" y="128571"/>
                </a:cubicBezTo>
                <a:cubicBezTo>
                  <a:pt x="164894" y="120439"/>
                  <a:pt x="158285" y="113844"/>
                  <a:pt x="150153" y="113854"/>
                </a:cubicBezTo>
                <a:close/>
                <a:moveTo>
                  <a:pt x="75311" y="-15236"/>
                </a:moveTo>
                <a:lnTo>
                  <a:pt x="84084" y="-12892"/>
                </a:lnTo>
                <a:cubicBezTo>
                  <a:pt x="88136" y="-11787"/>
                  <a:pt x="90882" y="-7970"/>
                  <a:pt x="90614" y="-3784"/>
                </a:cubicBezTo>
                <a:lnTo>
                  <a:pt x="89710" y="10213"/>
                </a:lnTo>
                <a:cubicBezTo>
                  <a:pt x="92489" y="12356"/>
                  <a:pt x="94934" y="14834"/>
                  <a:pt x="97043" y="17580"/>
                </a:cubicBezTo>
                <a:lnTo>
                  <a:pt x="111108" y="16676"/>
                </a:lnTo>
                <a:cubicBezTo>
                  <a:pt x="115293" y="16408"/>
                  <a:pt x="119111" y="19154"/>
                  <a:pt x="120216" y="23206"/>
                </a:cubicBezTo>
                <a:lnTo>
                  <a:pt x="122560" y="31979"/>
                </a:lnTo>
                <a:cubicBezTo>
                  <a:pt x="123632" y="36031"/>
                  <a:pt x="121723" y="40318"/>
                  <a:pt x="117939" y="42193"/>
                </a:cubicBezTo>
                <a:lnTo>
                  <a:pt x="105315" y="48421"/>
                </a:lnTo>
                <a:cubicBezTo>
                  <a:pt x="105080" y="50129"/>
                  <a:pt x="104745" y="51837"/>
                  <a:pt x="104310" y="53511"/>
                </a:cubicBezTo>
                <a:cubicBezTo>
                  <a:pt x="103875" y="55185"/>
                  <a:pt x="103272" y="56860"/>
                  <a:pt x="102636" y="58434"/>
                </a:cubicBezTo>
                <a:lnTo>
                  <a:pt x="110438" y="70154"/>
                </a:lnTo>
                <a:cubicBezTo>
                  <a:pt x="112782" y="73670"/>
                  <a:pt x="112313" y="78325"/>
                  <a:pt x="109333" y="81305"/>
                </a:cubicBezTo>
                <a:lnTo>
                  <a:pt x="102903" y="87734"/>
                </a:lnTo>
                <a:cubicBezTo>
                  <a:pt x="99923" y="90714"/>
                  <a:pt x="95269" y="91183"/>
                  <a:pt x="91753" y="88839"/>
                </a:cubicBezTo>
                <a:lnTo>
                  <a:pt x="80032" y="81037"/>
                </a:lnTo>
                <a:cubicBezTo>
                  <a:pt x="76851" y="82343"/>
                  <a:pt x="73469" y="83280"/>
                  <a:pt x="70020" y="83749"/>
                </a:cubicBezTo>
                <a:lnTo>
                  <a:pt x="63791" y="96340"/>
                </a:lnTo>
                <a:cubicBezTo>
                  <a:pt x="61916" y="100124"/>
                  <a:pt x="57630" y="102033"/>
                  <a:pt x="53578" y="100961"/>
                </a:cubicBezTo>
                <a:lnTo>
                  <a:pt x="44805" y="98617"/>
                </a:lnTo>
                <a:cubicBezTo>
                  <a:pt x="40719" y="97512"/>
                  <a:pt x="38007" y="93695"/>
                  <a:pt x="38275" y="89509"/>
                </a:cubicBezTo>
                <a:lnTo>
                  <a:pt x="39179" y="75478"/>
                </a:lnTo>
                <a:cubicBezTo>
                  <a:pt x="36400" y="73335"/>
                  <a:pt x="33955" y="70857"/>
                  <a:pt x="31845" y="68111"/>
                </a:cubicBezTo>
                <a:lnTo>
                  <a:pt x="17781" y="69015"/>
                </a:lnTo>
                <a:cubicBezTo>
                  <a:pt x="13595" y="69283"/>
                  <a:pt x="9778" y="66537"/>
                  <a:pt x="8673" y="62485"/>
                </a:cubicBezTo>
                <a:lnTo>
                  <a:pt x="6329" y="53712"/>
                </a:lnTo>
                <a:cubicBezTo>
                  <a:pt x="5257" y="49660"/>
                  <a:pt x="7166" y="45374"/>
                  <a:pt x="10950" y="43499"/>
                </a:cubicBezTo>
                <a:lnTo>
                  <a:pt x="23574" y="37270"/>
                </a:lnTo>
                <a:cubicBezTo>
                  <a:pt x="23809" y="35562"/>
                  <a:pt x="24144" y="33888"/>
                  <a:pt x="24579" y="32180"/>
                </a:cubicBezTo>
                <a:cubicBezTo>
                  <a:pt x="25048" y="30473"/>
                  <a:pt x="25584" y="28832"/>
                  <a:pt x="26253" y="27258"/>
                </a:cubicBezTo>
                <a:lnTo>
                  <a:pt x="18451" y="15571"/>
                </a:lnTo>
                <a:cubicBezTo>
                  <a:pt x="16107" y="12055"/>
                  <a:pt x="16576" y="7400"/>
                  <a:pt x="19556" y="4420"/>
                </a:cubicBezTo>
                <a:lnTo>
                  <a:pt x="25985" y="-2009"/>
                </a:lnTo>
                <a:cubicBezTo>
                  <a:pt x="28966" y="-4989"/>
                  <a:pt x="33620" y="-5458"/>
                  <a:pt x="37136" y="-3114"/>
                </a:cubicBezTo>
                <a:lnTo>
                  <a:pt x="48857" y="4688"/>
                </a:lnTo>
                <a:cubicBezTo>
                  <a:pt x="52038" y="3382"/>
                  <a:pt x="55420" y="2445"/>
                  <a:pt x="58869" y="1976"/>
                </a:cubicBezTo>
                <a:lnTo>
                  <a:pt x="65097" y="-10615"/>
                </a:lnTo>
                <a:cubicBezTo>
                  <a:pt x="66973" y="-14399"/>
                  <a:pt x="71225" y="-16308"/>
                  <a:pt x="75311" y="-15236"/>
                </a:cubicBezTo>
                <a:close/>
                <a:moveTo>
                  <a:pt x="64428" y="28129"/>
                </a:moveTo>
                <a:cubicBezTo>
                  <a:pt x="56296" y="28129"/>
                  <a:pt x="49694" y="34731"/>
                  <a:pt x="49694" y="42863"/>
                </a:cubicBezTo>
                <a:cubicBezTo>
                  <a:pt x="49694" y="50994"/>
                  <a:pt x="56296" y="57596"/>
                  <a:pt x="64428" y="57596"/>
                </a:cubicBezTo>
                <a:cubicBezTo>
                  <a:pt x="72560" y="57596"/>
                  <a:pt x="79162" y="50994"/>
                  <a:pt x="79162" y="42863"/>
                </a:cubicBezTo>
                <a:cubicBezTo>
                  <a:pt x="79162" y="34731"/>
                  <a:pt x="72560" y="28129"/>
                  <a:pt x="64428" y="28129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45720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WORKFLOW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382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Methodology &amp; Working Mechanism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954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485900"/>
            <a:ext cx="5581650" cy="1466850"/>
          </a:xfrm>
          <a:custGeom>
            <a:avLst/>
            <a:gdLst/>
            <a:ahLst/>
            <a:cxnLst/>
            <a:rect l="l" t="t" r="r" b="b"/>
            <a:pathLst>
              <a:path w="5581650" h="1466850">
                <a:moveTo>
                  <a:pt x="38100" y="0"/>
                </a:moveTo>
                <a:lnTo>
                  <a:pt x="5505447" y="0"/>
                </a:lnTo>
                <a:cubicBezTo>
                  <a:pt x="5547505" y="0"/>
                  <a:pt x="5581650" y="34145"/>
                  <a:pt x="5581650" y="76203"/>
                </a:cubicBezTo>
                <a:lnTo>
                  <a:pt x="5581650" y="1390647"/>
                </a:lnTo>
                <a:cubicBezTo>
                  <a:pt x="5581650" y="1432705"/>
                  <a:pt x="5547505" y="1466850"/>
                  <a:pt x="5505447" y="1466850"/>
                </a:cubicBez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00050" y="148590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3810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9" name="Shape 7"/>
          <p:cNvSpPr/>
          <p:nvPr/>
        </p:nvSpPr>
        <p:spPr>
          <a:xfrm>
            <a:off x="609600" y="1676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01886" y="1752600"/>
            <a:ext cx="190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19200" y="1676400"/>
            <a:ext cx="466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Acquisition &amp; Preparation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19200" y="2019300"/>
            <a:ext cx="46482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downloading of zipped dataset, extraction into structured directories, and preprocessing with resizing to standard 128×128 resolution for uniform input.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0050" y="3105150"/>
            <a:ext cx="5581650" cy="1466850"/>
          </a:xfrm>
          <a:custGeom>
            <a:avLst/>
            <a:gdLst/>
            <a:ahLst/>
            <a:cxnLst/>
            <a:rect l="l" t="t" r="r" b="b"/>
            <a:pathLst>
              <a:path w="5581650" h="1466850">
                <a:moveTo>
                  <a:pt x="38100" y="0"/>
                </a:moveTo>
                <a:lnTo>
                  <a:pt x="5505447" y="0"/>
                </a:lnTo>
                <a:cubicBezTo>
                  <a:pt x="5547505" y="0"/>
                  <a:pt x="5581650" y="34145"/>
                  <a:pt x="5581650" y="76203"/>
                </a:cubicBezTo>
                <a:lnTo>
                  <a:pt x="5581650" y="1390647"/>
                </a:lnTo>
                <a:cubicBezTo>
                  <a:pt x="5581650" y="1432705"/>
                  <a:pt x="5547505" y="1466850"/>
                  <a:pt x="5505447" y="1466850"/>
                </a:cubicBez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00050" y="310515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3810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5" name="Shape 13"/>
          <p:cNvSpPr/>
          <p:nvPr/>
        </p:nvSpPr>
        <p:spPr>
          <a:xfrm>
            <a:off x="609600" y="32956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80008" y="3371850"/>
            <a:ext cx="22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19200" y="3295650"/>
            <a:ext cx="466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Training Process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19200" y="3638550"/>
            <a:ext cx="46482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CNN architecture with convolutional layers for feature learning, compiled with Adam optimizer and binary crossentropy loss, trained with early stopping and learning rate callbacks.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0050" y="4724400"/>
            <a:ext cx="5581650" cy="1466850"/>
          </a:xfrm>
          <a:custGeom>
            <a:avLst/>
            <a:gdLst/>
            <a:ahLst/>
            <a:cxnLst/>
            <a:rect l="l" t="t" r="r" b="b"/>
            <a:pathLst>
              <a:path w="5581650" h="1466850">
                <a:moveTo>
                  <a:pt x="38100" y="0"/>
                </a:moveTo>
                <a:lnTo>
                  <a:pt x="5505447" y="0"/>
                </a:lnTo>
                <a:cubicBezTo>
                  <a:pt x="5547505" y="0"/>
                  <a:pt x="5581650" y="34145"/>
                  <a:pt x="5581650" y="76203"/>
                </a:cubicBezTo>
                <a:lnTo>
                  <a:pt x="5581650" y="1390647"/>
                </a:lnTo>
                <a:cubicBezTo>
                  <a:pt x="5581650" y="1432705"/>
                  <a:pt x="5547505" y="1466850"/>
                  <a:pt x="5505447" y="1466850"/>
                </a:cubicBez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00050" y="472440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3810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600" y="4914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77032" y="4991100"/>
            <a:ext cx="238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19200" y="4914900"/>
            <a:ext cx="466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Inference &amp; Deployment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19200" y="5257800"/>
            <a:ext cx="46482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prediction through web interface with preprocessing, probability score computation, and classification output with confidence levels.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29350" y="1485900"/>
            <a:ext cx="5581650" cy="1466850"/>
          </a:xfrm>
          <a:custGeom>
            <a:avLst/>
            <a:gdLst/>
            <a:ahLst/>
            <a:cxnLst/>
            <a:rect l="l" t="t" r="r" b="b"/>
            <a:pathLst>
              <a:path w="5581650" h="1466850">
                <a:moveTo>
                  <a:pt x="38100" y="0"/>
                </a:moveTo>
                <a:lnTo>
                  <a:pt x="5505447" y="0"/>
                </a:lnTo>
                <a:cubicBezTo>
                  <a:pt x="5547505" y="0"/>
                  <a:pt x="5581650" y="34145"/>
                  <a:pt x="5581650" y="76203"/>
                </a:cubicBezTo>
                <a:lnTo>
                  <a:pt x="5581650" y="1390647"/>
                </a:lnTo>
                <a:cubicBezTo>
                  <a:pt x="5581650" y="1432705"/>
                  <a:pt x="5547505" y="1466850"/>
                  <a:pt x="5505447" y="1466850"/>
                </a:cubicBez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229350" y="148590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3810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7" name="Shape 25"/>
          <p:cNvSpPr/>
          <p:nvPr/>
        </p:nvSpPr>
        <p:spPr>
          <a:xfrm>
            <a:off x="6438900" y="1676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609308" y="1752600"/>
            <a:ext cx="22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48500" y="1676400"/>
            <a:ext cx="466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 Detection &amp; Video Handling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48500" y="2019300"/>
            <a:ext cx="46482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Videos broken into frames with MTCNN-based face detection and cropping, individual face analysis, and aggregated scores for overall classification.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29350" y="3105150"/>
            <a:ext cx="5581650" cy="1466850"/>
          </a:xfrm>
          <a:custGeom>
            <a:avLst/>
            <a:gdLst/>
            <a:ahLst/>
            <a:cxnLst/>
            <a:rect l="l" t="t" r="r" b="b"/>
            <a:pathLst>
              <a:path w="5581650" h="1466850">
                <a:moveTo>
                  <a:pt x="38100" y="0"/>
                </a:moveTo>
                <a:lnTo>
                  <a:pt x="5505447" y="0"/>
                </a:lnTo>
                <a:cubicBezTo>
                  <a:pt x="5547505" y="0"/>
                  <a:pt x="5581650" y="34145"/>
                  <a:pt x="5581650" y="76203"/>
                </a:cubicBezTo>
                <a:lnTo>
                  <a:pt x="5581650" y="1390647"/>
                </a:lnTo>
                <a:cubicBezTo>
                  <a:pt x="5581650" y="1432705"/>
                  <a:pt x="5547505" y="1466850"/>
                  <a:pt x="5505447" y="1466850"/>
                </a:cubicBez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229350" y="310515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3810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38100" y="1466850"/>
                </a:lnTo>
                <a:cubicBezTo>
                  <a:pt x="17072" y="1466850"/>
                  <a:pt x="0" y="1449778"/>
                  <a:pt x="0" y="1428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3" name="Shape 31"/>
          <p:cNvSpPr/>
          <p:nvPr/>
        </p:nvSpPr>
        <p:spPr>
          <a:xfrm>
            <a:off x="6438900" y="32956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605885" y="3371850"/>
            <a:ext cx="238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48500" y="3295650"/>
            <a:ext cx="466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Report Generation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48500" y="3638550"/>
            <a:ext cx="46482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Post-analysis compilation of structured results including classification, confidence scores, and metadata, formatted for digital sharing and forensic documentation.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15063" y="4729163"/>
            <a:ext cx="5591175" cy="1724025"/>
          </a:xfrm>
          <a:custGeom>
            <a:avLst/>
            <a:gdLst/>
            <a:ahLst/>
            <a:cxnLst/>
            <a:rect l="l" t="t" r="r" b="b"/>
            <a:pathLst>
              <a:path w="5591175" h="1724025">
                <a:moveTo>
                  <a:pt x="76202" y="0"/>
                </a:moveTo>
                <a:lnTo>
                  <a:pt x="5514973" y="0"/>
                </a:lnTo>
                <a:cubicBezTo>
                  <a:pt x="5557058" y="0"/>
                  <a:pt x="5591175" y="34117"/>
                  <a:pt x="5591175" y="76202"/>
                </a:cubicBezTo>
                <a:lnTo>
                  <a:pt x="5591175" y="1647823"/>
                </a:lnTo>
                <a:cubicBezTo>
                  <a:pt x="5591175" y="1689908"/>
                  <a:pt x="5557058" y="1724025"/>
                  <a:pt x="5514973" y="1724025"/>
                </a:cubicBezTo>
                <a:lnTo>
                  <a:pt x="76202" y="1724025"/>
                </a:lnTo>
                <a:cubicBezTo>
                  <a:pt x="34117" y="1724025"/>
                  <a:pt x="0" y="1689908"/>
                  <a:pt x="0" y="16478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57950" y="49625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92980" y="24854"/>
                </a:moveTo>
                <a:cubicBezTo>
                  <a:pt x="96850" y="19534"/>
                  <a:pt x="95659" y="12092"/>
                  <a:pt x="90339" y="8223"/>
                </a:cubicBezTo>
                <a:cubicBezTo>
                  <a:pt x="85018" y="4353"/>
                  <a:pt x="77577" y="5544"/>
                  <a:pt x="73707" y="10864"/>
                </a:cubicBezTo>
                <a:lnTo>
                  <a:pt x="34268" y="65075"/>
                </a:lnTo>
                <a:lnTo>
                  <a:pt x="20315" y="51122"/>
                </a:lnTo>
                <a:cubicBezTo>
                  <a:pt x="15664" y="46472"/>
                  <a:pt x="8111" y="46472"/>
                  <a:pt x="3460" y="51122"/>
                </a:cubicBezTo>
                <a:cubicBezTo>
                  <a:pt x="-1191" y="55773"/>
                  <a:pt x="-1191" y="63326"/>
                  <a:pt x="3460" y="67977"/>
                </a:cubicBezTo>
                <a:lnTo>
                  <a:pt x="27273" y="91790"/>
                </a:lnTo>
                <a:cubicBezTo>
                  <a:pt x="29728" y="94245"/>
                  <a:pt x="33151" y="95510"/>
                  <a:pt x="36612" y="95250"/>
                </a:cubicBezTo>
                <a:cubicBezTo>
                  <a:pt x="40072" y="94990"/>
                  <a:pt x="43272" y="93204"/>
                  <a:pt x="45318" y="90376"/>
                </a:cubicBezTo>
                <a:lnTo>
                  <a:pt x="92943" y="24892"/>
                </a:lnTo>
                <a:close/>
                <a:moveTo>
                  <a:pt x="140605" y="75456"/>
                </a:moveTo>
                <a:cubicBezTo>
                  <a:pt x="144475" y="70135"/>
                  <a:pt x="143284" y="62694"/>
                  <a:pt x="137964" y="58824"/>
                </a:cubicBezTo>
                <a:cubicBezTo>
                  <a:pt x="132643" y="54955"/>
                  <a:pt x="125202" y="56145"/>
                  <a:pt x="121332" y="61466"/>
                </a:cubicBezTo>
                <a:lnTo>
                  <a:pt x="58080" y="148419"/>
                </a:lnTo>
                <a:lnTo>
                  <a:pt x="32221" y="122560"/>
                </a:lnTo>
                <a:cubicBezTo>
                  <a:pt x="27570" y="117909"/>
                  <a:pt x="20017" y="117909"/>
                  <a:pt x="15367" y="122560"/>
                </a:cubicBezTo>
                <a:cubicBezTo>
                  <a:pt x="10716" y="127211"/>
                  <a:pt x="10716" y="134764"/>
                  <a:pt x="15367" y="139415"/>
                </a:cubicBezTo>
                <a:lnTo>
                  <a:pt x="51085" y="175133"/>
                </a:lnTo>
                <a:cubicBezTo>
                  <a:pt x="53541" y="177589"/>
                  <a:pt x="56964" y="178854"/>
                  <a:pt x="60424" y="178594"/>
                </a:cubicBezTo>
                <a:cubicBezTo>
                  <a:pt x="63884" y="178333"/>
                  <a:pt x="67084" y="176547"/>
                  <a:pt x="69131" y="173720"/>
                </a:cubicBezTo>
                <a:lnTo>
                  <a:pt x="140568" y="75493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9" name="Text 37"/>
          <p:cNvSpPr/>
          <p:nvPr/>
        </p:nvSpPr>
        <p:spPr>
          <a:xfrm>
            <a:off x="6648450" y="4924425"/>
            <a:ext cx="505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10325" y="538162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1" name="Text 39"/>
          <p:cNvSpPr/>
          <p:nvPr/>
        </p:nvSpPr>
        <p:spPr>
          <a:xfrm>
            <a:off x="6677025" y="5343525"/>
            <a:ext cx="1476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Autonomous Pipeline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096375" y="53816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3" name="Text 41"/>
          <p:cNvSpPr/>
          <p:nvPr/>
        </p:nvSpPr>
        <p:spPr>
          <a:xfrm>
            <a:off x="9334500" y="5343525"/>
            <a:ext cx="146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Processing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29375" y="5724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5" name="Text 43"/>
          <p:cNvSpPr/>
          <p:nvPr/>
        </p:nvSpPr>
        <p:spPr>
          <a:xfrm>
            <a:off x="6677025" y="5686425"/>
            <a:ext cx="1038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Accuracy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105900" y="572452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35719" y="76200"/>
                </a:moveTo>
                <a:cubicBezTo>
                  <a:pt x="31760" y="76200"/>
                  <a:pt x="28575" y="79385"/>
                  <a:pt x="28575" y="83344"/>
                </a:cubicBezTo>
                <a:cubicBezTo>
                  <a:pt x="28575" y="87303"/>
                  <a:pt x="31760" y="90488"/>
                  <a:pt x="35719" y="90488"/>
                </a:cubicBezTo>
                <a:lnTo>
                  <a:pt x="78581" y="90488"/>
                </a:lnTo>
                <a:cubicBezTo>
                  <a:pt x="82540" y="90488"/>
                  <a:pt x="85725" y="87303"/>
                  <a:pt x="85725" y="83344"/>
                </a:cubicBezTo>
                <a:cubicBezTo>
                  <a:pt x="85725" y="79385"/>
                  <a:pt x="82540" y="76200"/>
                  <a:pt x="78581" y="76200"/>
                </a:cubicBezTo>
                <a:lnTo>
                  <a:pt x="35719" y="76200"/>
                </a:lnTo>
                <a:close/>
                <a:moveTo>
                  <a:pt x="35719" y="104775"/>
                </a:moveTo>
                <a:cubicBezTo>
                  <a:pt x="31760" y="104775"/>
                  <a:pt x="28575" y="107960"/>
                  <a:pt x="28575" y="111919"/>
                </a:cubicBezTo>
                <a:cubicBezTo>
                  <a:pt x="28575" y="115878"/>
                  <a:pt x="31760" y="119062"/>
                  <a:pt x="35719" y="119062"/>
                </a:cubicBezTo>
                <a:lnTo>
                  <a:pt x="78581" y="119062"/>
                </a:lnTo>
                <a:cubicBezTo>
                  <a:pt x="82540" y="119062"/>
                  <a:pt x="85725" y="115878"/>
                  <a:pt x="85725" y="111919"/>
                </a:cubicBezTo>
                <a:cubicBezTo>
                  <a:pt x="85725" y="107960"/>
                  <a:pt x="82540" y="104775"/>
                  <a:pt x="78581" y="104775"/>
                </a:cubicBezTo>
                <a:lnTo>
                  <a:pt x="35719" y="104775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7" name="Text 45"/>
          <p:cNvSpPr/>
          <p:nvPr/>
        </p:nvSpPr>
        <p:spPr>
          <a:xfrm>
            <a:off x="9334500" y="5686425"/>
            <a:ext cx="118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Forensic Reports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10325" y="606742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9" name="Text 47"/>
          <p:cNvSpPr/>
          <p:nvPr/>
        </p:nvSpPr>
        <p:spPr>
          <a:xfrm>
            <a:off x="6677025" y="6029325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User-Friendly Interface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077325" y="60674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28575" y="19050"/>
                </a:moveTo>
                <a:cubicBezTo>
                  <a:pt x="18068" y="19050"/>
                  <a:pt x="9525" y="27593"/>
                  <a:pt x="9525" y="38100"/>
                </a:cubicBezTo>
                <a:lnTo>
                  <a:pt x="9525" y="114300"/>
                </a:lnTo>
                <a:cubicBezTo>
                  <a:pt x="9525" y="124807"/>
                  <a:pt x="18068" y="133350"/>
                  <a:pt x="28575" y="133350"/>
                </a:cubicBezTo>
                <a:lnTo>
                  <a:pt x="104775" y="133350"/>
                </a:lnTo>
                <a:cubicBezTo>
                  <a:pt x="115282" y="133350"/>
                  <a:pt x="123825" y="124807"/>
                  <a:pt x="123825" y="114300"/>
                </a:cubicBezTo>
                <a:lnTo>
                  <a:pt x="123825" y="38100"/>
                </a:lnTo>
                <a:cubicBezTo>
                  <a:pt x="123825" y="27593"/>
                  <a:pt x="115282" y="19050"/>
                  <a:pt x="104775" y="19050"/>
                </a:cubicBezTo>
                <a:lnTo>
                  <a:pt x="28575" y="19050"/>
                </a:lnTo>
                <a:close/>
                <a:moveTo>
                  <a:pt x="138113" y="100013"/>
                </a:moveTo>
                <a:lnTo>
                  <a:pt x="159990" y="117515"/>
                </a:lnTo>
                <a:cubicBezTo>
                  <a:pt x="161240" y="118527"/>
                  <a:pt x="162788" y="119062"/>
                  <a:pt x="164396" y="119062"/>
                </a:cubicBezTo>
                <a:cubicBezTo>
                  <a:pt x="168295" y="119062"/>
                  <a:pt x="171450" y="115907"/>
                  <a:pt x="171450" y="112008"/>
                </a:cubicBezTo>
                <a:lnTo>
                  <a:pt x="171450" y="40392"/>
                </a:lnTo>
                <a:cubicBezTo>
                  <a:pt x="171450" y="36493"/>
                  <a:pt x="168295" y="33338"/>
                  <a:pt x="164396" y="33338"/>
                </a:cubicBezTo>
                <a:cubicBezTo>
                  <a:pt x="162788" y="33338"/>
                  <a:pt x="161240" y="33873"/>
                  <a:pt x="159990" y="34885"/>
                </a:cubicBezTo>
                <a:lnTo>
                  <a:pt x="138113" y="52388"/>
                </a:lnTo>
                <a:lnTo>
                  <a:pt x="138113" y="100013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51" name="Text 49"/>
          <p:cNvSpPr/>
          <p:nvPr/>
        </p:nvSpPr>
        <p:spPr>
          <a:xfrm>
            <a:off x="9334500" y="6029325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Support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88156" y="485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457200"/>
            <a:ext cx="1228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DESIGN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382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CNN Model Architecture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954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7" name="Shape 5"/>
          <p:cNvSpPr/>
          <p:nvPr/>
        </p:nvSpPr>
        <p:spPr>
          <a:xfrm>
            <a:off x="381000" y="1485900"/>
            <a:ext cx="4476750" cy="5334000"/>
          </a:xfrm>
          <a:custGeom>
            <a:avLst/>
            <a:gdLst/>
            <a:ahLst/>
            <a:cxnLst/>
            <a:rect l="l" t="t" r="r" b="b"/>
            <a:pathLst>
              <a:path w="4476750" h="5334000">
                <a:moveTo>
                  <a:pt x="76194" y="0"/>
                </a:moveTo>
                <a:lnTo>
                  <a:pt x="4400556" y="0"/>
                </a:lnTo>
                <a:cubicBezTo>
                  <a:pt x="4442608" y="0"/>
                  <a:pt x="4476750" y="34142"/>
                  <a:pt x="4476750" y="76194"/>
                </a:cubicBezTo>
                <a:lnTo>
                  <a:pt x="4476750" y="5257806"/>
                </a:lnTo>
                <a:cubicBezTo>
                  <a:pt x="4476750" y="5299887"/>
                  <a:pt x="4442637" y="5334000"/>
                  <a:pt x="4400556" y="5334000"/>
                </a:cubicBezTo>
                <a:lnTo>
                  <a:pt x="76194" y="5334000"/>
                </a:lnTo>
                <a:cubicBezTo>
                  <a:pt x="34142" y="5334000"/>
                  <a:pt x="0" y="5299858"/>
                  <a:pt x="0" y="52578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85775" y="1638300"/>
            <a:ext cx="4267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Structure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8163" y="2062163"/>
            <a:ext cx="4162425" cy="657225"/>
          </a:xfrm>
          <a:custGeom>
            <a:avLst/>
            <a:gdLst/>
            <a:ahLst/>
            <a:cxnLst/>
            <a:rect l="l" t="t" r="r" b="b"/>
            <a:pathLst>
              <a:path w="4162425" h="657225">
                <a:moveTo>
                  <a:pt x="76199" y="0"/>
                </a:moveTo>
                <a:lnTo>
                  <a:pt x="4086226" y="0"/>
                </a:lnTo>
                <a:cubicBezTo>
                  <a:pt x="4128310" y="0"/>
                  <a:pt x="4162425" y="34115"/>
                  <a:pt x="4162425" y="76199"/>
                </a:cubicBezTo>
                <a:lnTo>
                  <a:pt x="4162425" y="581026"/>
                </a:lnTo>
                <a:cubicBezTo>
                  <a:pt x="4162425" y="623110"/>
                  <a:pt x="4128310" y="657225"/>
                  <a:pt x="408622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50196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7225" y="2181225"/>
            <a:ext cx="81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Layer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42308" y="2181225"/>
            <a:ext cx="723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128×128×3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7225" y="2409825"/>
            <a:ext cx="3990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RGB image with rescaling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3400" y="2762250"/>
            <a:ext cx="4171950" cy="609600"/>
          </a:xfrm>
          <a:custGeom>
            <a:avLst/>
            <a:gdLst/>
            <a:ahLst/>
            <a:cxnLst/>
            <a:rect l="l" t="t" r="r" b="b"/>
            <a:pathLst>
              <a:path w="4171950" h="609600">
                <a:moveTo>
                  <a:pt x="38100" y="0"/>
                </a:moveTo>
                <a:lnTo>
                  <a:pt x="4133850" y="0"/>
                </a:lnTo>
                <a:cubicBezTo>
                  <a:pt x="4154878" y="0"/>
                  <a:pt x="4171950" y="17072"/>
                  <a:pt x="4171950" y="38100"/>
                </a:cubicBezTo>
                <a:lnTo>
                  <a:pt x="4171950" y="571500"/>
                </a:lnTo>
                <a:cubicBezTo>
                  <a:pt x="4171950" y="592528"/>
                  <a:pt x="4154878" y="609600"/>
                  <a:pt x="413385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09600" y="2838450"/>
            <a:ext cx="409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Conv2D Layers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105150"/>
            <a:ext cx="4086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extraction hierarchy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3400" y="3409950"/>
            <a:ext cx="4171950" cy="609600"/>
          </a:xfrm>
          <a:custGeom>
            <a:avLst/>
            <a:gdLst/>
            <a:ahLst/>
            <a:cxnLst/>
            <a:rect l="l" t="t" r="r" b="b"/>
            <a:pathLst>
              <a:path w="4171950" h="609600">
                <a:moveTo>
                  <a:pt x="38100" y="0"/>
                </a:moveTo>
                <a:lnTo>
                  <a:pt x="4133850" y="0"/>
                </a:lnTo>
                <a:cubicBezTo>
                  <a:pt x="4154878" y="0"/>
                  <a:pt x="4171950" y="17072"/>
                  <a:pt x="4171950" y="38100"/>
                </a:cubicBezTo>
                <a:lnTo>
                  <a:pt x="4171950" y="571500"/>
                </a:lnTo>
                <a:cubicBezTo>
                  <a:pt x="4171950" y="592528"/>
                  <a:pt x="4154878" y="609600"/>
                  <a:pt x="413385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09600" y="3486150"/>
            <a:ext cx="409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BatchNormalization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3752850"/>
            <a:ext cx="4086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stabilization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3400" y="4057650"/>
            <a:ext cx="4171950" cy="609600"/>
          </a:xfrm>
          <a:custGeom>
            <a:avLst/>
            <a:gdLst/>
            <a:ahLst/>
            <a:cxnLst/>
            <a:rect l="l" t="t" r="r" b="b"/>
            <a:pathLst>
              <a:path w="4171950" h="609600">
                <a:moveTo>
                  <a:pt x="38100" y="0"/>
                </a:moveTo>
                <a:lnTo>
                  <a:pt x="4133850" y="0"/>
                </a:lnTo>
                <a:cubicBezTo>
                  <a:pt x="4154878" y="0"/>
                  <a:pt x="4171950" y="17072"/>
                  <a:pt x="4171950" y="38100"/>
                </a:cubicBezTo>
                <a:lnTo>
                  <a:pt x="4171950" y="571500"/>
                </a:lnTo>
                <a:cubicBezTo>
                  <a:pt x="4171950" y="592528"/>
                  <a:pt x="4154878" y="609600"/>
                  <a:pt x="413385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09600" y="4133850"/>
            <a:ext cx="409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MaxPooling2D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9600" y="4400550"/>
            <a:ext cx="4086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Dimensionality reduction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33400" y="4705350"/>
            <a:ext cx="4171950" cy="609600"/>
          </a:xfrm>
          <a:custGeom>
            <a:avLst/>
            <a:gdLst/>
            <a:ahLst/>
            <a:cxnLst/>
            <a:rect l="l" t="t" r="r" b="b"/>
            <a:pathLst>
              <a:path w="4171950" h="609600">
                <a:moveTo>
                  <a:pt x="38100" y="0"/>
                </a:moveTo>
                <a:lnTo>
                  <a:pt x="4133850" y="0"/>
                </a:lnTo>
                <a:cubicBezTo>
                  <a:pt x="4154878" y="0"/>
                  <a:pt x="4171950" y="17072"/>
                  <a:pt x="4171950" y="38100"/>
                </a:cubicBezTo>
                <a:lnTo>
                  <a:pt x="4171950" y="571500"/>
                </a:lnTo>
                <a:cubicBezTo>
                  <a:pt x="4171950" y="592528"/>
                  <a:pt x="4154878" y="609600"/>
                  <a:pt x="413385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09600" y="4781550"/>
            <a:ext cx="409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Flatten Layer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9600" y="5048250"/>
            <a:ext cx="4086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2D to 1D conversion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33400" y="5353050"/>
            <a:ext cx="4171950" cy="609600"/>
          </a:xfrm>
          <a:custGeom>
            <a:avLst/>
            <a:gdLst/>
            <a:ahLst/>
            <a:cxnLst/>
            <a:rect l="l" t="t" r="r" b="b"/>
            <a:pathLst>
              <a:path w="4171950" h="609600">
                <a:moveTo>
                  <a:pt x="38100" y="0"/>
                </a:moveTo>
                <a:lnTo>
                  <a:pt x="4133850" y="0"/>
                </a:lnTo>
                <a:cubicBezTo>
                  <a:pt x="4154878" y="0"/>
                  <a:pt x="4171950" y="17072"/>
                  <a:pt x="4171950" y="38100"/>
                </a:cubicBezTo>
                <a:lnTo>
                  <a:pt x="4171950" y="571500"/>
                </a:lnTo>
                <a:cubicBezTo>
                  <a:pt x="4171950" y="592528"/>
                  <a:pt x="4154878" y="609600"/>
                  <a:pt x="4133850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09600" y="5429250"/>
            <a:ext cx="409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Dense Layers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9600" y="5695950"/>
            <a:ext cx="4086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making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38163" y="6005513"/>
            <a:ext cx="4162425" cy="657225"/>
          </a:xfrm>
          <a:custGeom>
            <a:avLst/>
            <a:gdLst/>
            <a:ahLst/>
            <a:cxnLst/>
            <a:rect l="l" t="t" r="r" b="b"/>
            <a:pathLst>
              <a:path w="4162425" h="657225">
                <a:moveTo>
                  <a:pt x="76199" y="0"/>
                </a:moveTo>
                <a:lnTo>
                  <a:pt x="4086226" y="0"/>
                </a:lnTo>
                <a:cubicBezTo>
                  <a:pt x="4128310" y="0"/>
                  <a:pt x="4162425" y="34115"/>
                  <a:pt x="4162425" y="76199"/>
                </a:cubicBezTo>
                <a:lnTo>
                  <a:pt x="4162425" y="581026"/>
                </a:lnTo>
                <a:cubicBezTo>
                  <a:pt x="4162425" y="623110"/>
                  <a:pt x="4128310" y="657225"/>
                  <a:pt x="4086226" y="657225"/>
                </a:cubicBezTo>
                <a:lnTo>
                  <a:pt x="76199" y="657225"/>
                </a:lnTo>
                <a:cubicBezTo>
                  <a:pt x="34115" y="657225"/>
                  <a:pt x="0" y="623110"/>
                  <a:pt x="0" y="5810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50196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7225" y="6124575"/>
            <a:ext cx="942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 Layer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870573" y="6124575"/>
            <a:ext cx="79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Sigmoid (1)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7225" y="6353175"/>
            <a:ext cx="3990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Binary classification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090220" y="1485900"/>
            <a:ext cx="6724650" cy="3505200"/>
          </a:xfrm>
          <a:custGeom>
            <a:avLst/>
            <a:gdLst/>
            <a:ahLst/>
            <a:cxnLst/>
            <a:rect l="l" t="t" r="r" b="b"/>
            <a:pathLst>
              <a:path w="6724650" h="3505200">
                <a:moveTo>
                  <a:pt x="76203" y="0"/>
                </a:moveTo>
                <a:lnTo>
                  <a:pt x="6648447" y="0"/>
                </a:lnTo>
                <a:cubicBezTo>
                  <a:pt x="6690533" y="0"/>
                  <a:pt x="6724650" y="34117"/>
                  <a:pt x="6724650" y="76203"/>
                </a:cubicBezTo>
                <a:lnTo>
                  <a:pt x="6724650" y="3428997"/>
                </a:lnTo>
                <a:cubicBezTo>
                  <a:pt x="6724650" y="3471083"/>
                  <a:pt x="6690533" y="3505200"/>
                  <a:pt x="6648447" y="3505200"/>
                </a:cubicBezTo>
                <a:lnTo>
                  <a:pt x="76203" y="3505200"/>
                </a:lnTo>
                <a:cubicBezTo>
                  <a:pt x="34117" y="3505200"/>
                  <a:pt x="0" y="3471083"/>
                  <a:pt x="0" y="34289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194995" y="1638300"/>
            <a:ext cx="6515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Detailed Layer Configuration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42620" y="2057400"/>
            <a:ext cx="2085975" cy="609600"/>
          </a:xfrm>
          <a:custGeom>
            <a:avLst/>
            <a:gdLst/>
            <a:ahLst/>
            <a:cxnLst/>
            <a:rect l="l" t="t" r="r" b="b"/>
            <a:pathLst>
              <a:path w="2085975" h="609600">
                <a:moveTo>
                  <a:pt x="38100" y="0"/>
                </a:moveTo>
                <a:lnTo>
                  <a:pt x="2047875" y="0"/>
                </a:lnTo>
                <a:cubicBezTo>
                  <a:pt x="2068903" y="0"/>
                  <a:pt x="2085975" y="17072"/>
                  <a:pt x="2085975" y="38100"/>
                </a:cubicBezTo>
                <a:lnTo>
                  <a:pt x="2085975" y="571500"/>
                </a:lnTo>
                <a:cubicBezTo>
                  <a:pt x="2085975" y="592528"/>
                  <a:pt x="2068903" y="609600"/>
                  <a:pt x="204787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280720" y="2133600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Conv2D (32)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285482" y="2400300"/>
            <a:ext cx="2000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3×3 kernel, ReLU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406580" y="2057400"/>
            <a:ext cx="2085975" cy="609600"/>
          </a:xfrm>
          <a:custGeom>
            <a:avLst/>
            <a:gdLst/>
            <a:ahLst/>
            <a:cxnLst/>
            <a:rect l="l" t="t" r="r" b="b"/>
            <a:pathLst>
              <a:path w="2085975" h="609600">
                <a:moveTo>
                  <a:pt x="38100" y="0"/>
                </a:moveTo>
                <a:lnTo>
                  <a:pt x="2047875" y="0"/>
                </a:lnTo>
                <a:cubicBezTo>
                  <a:pt x="2068903" y="0"/>
                  <a:pt x="2085975" y="17072"/>
                  <a:pt x="2085975" y="38100"/>
                </a:cubicBezTo>
                <a:lnTo>
                  <a:pt x="2085975" y="571500"/>
                </a:lnTo>
                <a:cubicBezTo>
                  <a:pt x="2085975" y="592528"/>
                  <a:pt x="2068903" y="609600"/>
                  <a:pt x="204787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444680" y="2133600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Conv2D (64)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449443" y="2400300"/>
            <a:ext cx="2000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3×3 kernel, ReLU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570690" y="2057400"/>
            <a:ext cx="2085975" cy="609600"/>
          </a:xfrm>
          <a:custGeom>
            <a:avLst/>
            <a:gdLst/>
            <a:ahLst/>
            <a:cxnLst/>
            <a:rect l="l" t="t" r="r" b="b"/>
            <a:pathLst>
              <a:path w="2085975" h="609600">
                <a:moveTo>
                  <a:pt x="38100" y="0"/>
                </a:moveTo>
                <a:lnTo>
                  <a:pt x="2047875" y="0"/>
                </a:lnTo>
                <a:cubicBezTo>
                  <a:pt x="2068903" y="0"/>
                  <a:pt x="2085975" y="17072"/>
                  <a:pt x="2085975" y="38100"/>
                </a:cubicBezTo>
                <a:lnTo>
                  <a:pt x="2085975" y="571500"/>
                </a:lnTo>
                <a:cubicBezTo>
                  <a:pt x="2085975" y="592528"/>
                  <a:pt x="2068903" y="609600"/>
                  <a:pt x="204787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9608790" y="2133600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Conv2D (128)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613553" y="2400300"/>
            <a:ext cx="2000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3×3 kernel, ReLU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242620" y="2743200"/>
            <a:ext cx="2085975" cy="609600"/>
          </a:xfrm>
          <a:custGeom>
            <a:avLst/>
            <a:gdLst/>
            <a:ahLst/>
            <a:cxnLst/>
            <a:rect l="l" t="t" r="r" b="b"/>
            <a:pathLst>
              <a:path w="2085975" h="609600">
                <a:moveTo>
                  <a:pt x="38100" y="0"/>
                </a:moveTo>
                <a:lnTo>
                  <a:pt x="2047875" y="0"/>
                </a:lnTo>
                <a:cubicBezTo>
                  <a:pt x="2068903" y="0"/>
                  <a:pt x="2085975" y="17072"/>
                  <a:pt x="2085975" y="38100"/>
                </a:cubicBezTo>
                <a:lnTo>
                  <a:pt x="2085975" y="571500"/>
                </a:lnTo>
                <a:cubicBezTo>
                  <a:pt x="2085975" y="592528"/>
                  <a:pt x="2068903" y="609600"/>
                  <a:pt x="204787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280720" y="2819400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Conv2D (256)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285482" y="3086100"/>
            <a:ext cx="2000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3×3 kernel, ReLU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406580" y="2743200"/>
            <a:ext cx="2085975" cy="609600"/>
          </a:xfrm>
          <a:custGeom>
            <a:avLst/>
            <a:gdLst/>
            <a:ahLst/>
            <a:cxnLst/>
            <a:rect l="l" t="t" r="r" b="b"/>
            <a:pathLst>
              <a:path w="2085975" h="609600">
                <a:moveTo>
                  <a:pt x="38100" y="0"/>
                </a:moveTo>
                <a:lnTo>
                  <a:pt x="2047875" y="0"/>
                </a:lnTo>
                <a:cubicBezTo>
                  <a:pt x="2068903" y="0"/>
                  <a:pt x="2085975" y="17072"/>
                  <a:pt x="2085975" y="38100"/>
                </a:cubicBezTo>
                <a:lnTo>
                  <a:pt x="2085975" y="571500"/>
                </a:lnTo>
                <a:cubicBezTo>
                  <a:pt x="2085975" y="592528"/>
                  <a:pt x="2068903" y="609600"/>
                  <a:pt x="204787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7444680" y="2819400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Dense (512)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449443" y="3086100"/>
            <a:ext cx="2000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ReLU + Dropout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570690" y="2743200"/>
            <a:ext cx="2085975" cy="609600"/>
          </a:xfrm>
          <a:custGeom>
            <a:avLst/>
            <a:gdLst/>
            <a:ahLst/>
            <a:cxnLst/>
            <a:rect l="l" t="t" r="r" b="b"/>
            <a:pathLst>
              <a:path w="2085975" h="609600">
                <a:moveTo>
                  <a:pt x="38100" y="0"/>
                </a:moveTo>
                <a:lnTo>
                  <a:pt x="2047875" y="0"/>
                </a:lnTo>
                <a:cubicBezTo>
                  <a:pt x="2068903" y="0"/>
                  <a:pt x="2085975" y="17072"/>
                  <a:pt x="2085975" y="38100"/>
                </a:cubicBezTo>
                <a:lnTo>
                  <a:pt x="2085975" y="571500"/>
                </a:lnTo>
                <a:cubicBezTo>
                  <a:pt x="2085975" y="592528"/>
                  <a:pt x="2068903" y="609600"/>
                  <a:pt x="2047875" y="609600"/>
                </a:cubicBezTo>
                <a:lnTo>
                  <a:pt x="38100" y="609600"/>
                </a:lnTo>
                <a:cubicBezTo>
                  <a:pt x="17072" y="609600"/>
                  <a:pt x="0" y="592528"/>
                  <a:pt x="0" y="571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9608790" y="2819400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Dense (256)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613553" y="3086100"/>
            <a:ext cx="2000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ReLU + Dropout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247382" y="3471863"/>
            <a:ext cx="6410325" cy="1000125"/>
          </a:xfrm>
          <a:custGeom>
            <a:avLst/>
            <a:gdLst/>
            <a:ahLst/>
            <a:cxnLst/>
            <a:rect l="l" t="t" r="r" b="b"/>
            <a:pathLst>
              <a:path w="6410325" h="1000125">
                <a:moveTo>
                  <a:pt x="76200" y="0"/>
                </a:moveTo>
                <a:lnTo>
                  <a:pt x="6334125" y="0"/>
                </a:lnTo>
                <a:cubicBezTo>
                  <a:pt x="6376209" y="0"/>
                  <a:pt x="6410325" y="34116"/>
                  <a:pt x="6410325" y="76200"/>
                </a:cubicBezTo>
                <a:lnTo>
                  <a:pt x="6410325" y="923925"/>
                </a:lnTo>
                <a:cubicBezTo>
                  <a:pt x="6410325" y="966009"/>
                  <a:pt x="6376209" y="1000125"/>
                  <a:pt x="6334125" y="1000125"/>
                </a:cubicBezTo>
                <a:lnTo>
                  <a:pt x="76200" y="1000125"/>
                </a:lnTo>
                <a:cubicBezTo>
                  <a:pt x="34116" y="1000125"/>
                  <a:pt x="0" y="966009"/>
                  <a:pt x="0" y="9239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50196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66445" y="3590925"/>
            <a:ext cx="624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Design Features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385495" y="39147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55" name="Text 53"/>
          <p:cNvSpPr/>
          <p:nvPr/>
        </p:nvSpPr>
        <p:spPr>
          <a:xfrm>
            <a:off x="5633145" y="3895725"/>
            <a:ext cx="180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Hierarchical feature extraction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507760" y="39147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57" name="Text 55"/>
          <p:cNvSpPr/>
          <p:nvPr/>
        </p:nvSpPr>
        <p:spPr>
          <a:xfrm>
            <a:off x="8755410" y="3895725"/>
            <a:ext cx="120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Batch normalization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385495" y="41814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59" name="Text 57"/>
          <p:cNvSpPr/>
          <p:nvPr/>
        </p:nvSpPr>
        <p:spPr>
          <a:xfrm>
            <a:off x="5633145" y="4162425"/>
            <a:ext cx="1352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Dropout regularization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507760" y="41814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61" name="Text 59"/>
          <p:cNvSpPr/>
          <p:nvPr/>
        </p:nvSpPr>
        <p:spPr>
          <a:xfrm>
            <a:off x="8755410" y="4162425"/>
            <a:ext cx="119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Binary classification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5090220" y="5143500"/>
            <a:ext cx="3305175" cy="1676400"/>
          </a:xfrm>
          <a:custGeom>
            <a:avLst/>
            <a:gdLst/>
            <a:ahLst/>
            <a:cxnLst/>
            <a:rect l="l" t="t" r="r" b="b"/>
            <a:pathLst>
              <a:path w="3305175" h="1676400">
                <a:moveTo>
                  <a:pt x="76192" y="0"/>
                </a:moveTo>
                <a:lnTo>
                  <a:pt x="3228983" y="0"/>
                </a:lnTo>
                <a:cubicBezTo>
                  <a:pt x="3271063" y="0"/>
                  <a:pt x="3305175" y="34112"/>
                  <a:pt x="3305175" y="76192"/>
                </a:cubicBezTo>
                <a:lnTo>
                  <a:pt x="3305175" y="1600208"/>
                </a:lnTo>
                <a:cubicBezTo>
                  <a:pt x="3305175" y="1642288"/>
                  <a:pt x="3271063" y="1676400"/>
                  <a:pt x="3228983" y="1676400"/>
                </a:cubicBezTo>
                <a:lnTo>
                  <a:pt x="76192" y="1676400"/>
                </a:lnTo>
                <a:cubicBezTo>
                  <a:pt x="34112" y="1676400"/>
                  <a:pt x="0" y="1642288"/>
                  <a:pt x="0" y="16002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5242620" y="5295900"/>
            <a:ext cx="3086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Parameters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5242620" y="5676900"/>
            <a:ext cx="923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Params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7841605" y="5676900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~2.5M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5242620" y="59817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Trainable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7841605" y="5981700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~2.5M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5242620" y="6286500"/>
            <a:ext cx="1000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Non-trainable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142089" y="6286500"/>
            <a:ext cx="17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507760" y="5143500"/>
            <a:ext cx="3305175" cy="1676400"/>
          </a:xfrm>
          <a:custGeom>
            <a:avLst/>
            <a:gdLst/>
            <a:ahLst/>
            <a:cxnLst/>
            <a:rect l="l" t="t" r="r" b="b"/>
            <a:pathLst>
              <a:path w="3305175" h="1676400">
                <a:moveTo>
                  <a:pt x="76192" y="0"/>
                </a:moveTo>
                <a:lnTo>
                  <a:pt x="3228983" y="0"/>
                </a:lnTo>
                <a:cubicBezTo>
                  <a:pt x="3271063" y="0"/>
                  <a:pt x="3305175" y="34112"/>
                  <a:pt x="3305175" y="76192"/>
                </a:cubicBezTo>
                <a:lnTo>
                  <a:pt x="3305175" y="1600208"/>
                </a:lnTo>
                <a:cubicBezTo>
                  <a:pt x="3305175" y="1642288"/>
                  <a:pt x="3271063" y="1676400"/>
                  <a:pt x="3228983" y="1676400"/>
                </a:cubicBezTo>
                <a:lnTo>
                  <a:pt x="76192" y="1676400"/>
                </a:lnTo>
                <a:cubicBezTo>
                  <a:pt x="34112" y="1676400"/>
                  <a:pt x="0" y="1642288"/>
                  <a:pt x="0" y="16002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8660160" y="5295900"/>
            <a:ext cx="3086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Rationale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660160" y="5676900"/>
            <a:ext cx="30765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architecture balances performance with computational efficiency, optimized for binary classification with robust feature extraction.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9116" y="359116"/>
            <a:ext cx="359116" cy="359116"/>
          </a:xfrm>
          <a:custGeom>
            <a:avLst/>
            <a:gdLst/>
            <a:ahLst/>
            <a:cxnLst/>
            <a:rect l="l" t="t" r="r" b="b"/>
            <a:pathLst>
              <a:path w="359116" h="359116">
                <a:moveTo>
                  <a:pt x="71823" y="0"/>
                </a:moveTo>
                <a:lnTo>
                  <a:pt x="287293" y="0"/>
                </a:lnTo>
                <a:cubicBezTo>
                  <a:pt x="326960" y="0"/>
                  <a:pt x="359116" y="32156"/>
                  <a:pt x="359116" y="71823"/>
                </a:cubicBezTo>
                <a:lnTo>
                  <a:pt x="359116" y="287293"/>
                </a:lnTo>
                <a:cubicBezTo>
                  <a:pt x="359116" y="326960"/>
                  <a:pt x="326960" y="359116"/>
                  <a:pt x="287293" y="359116"/>
                </a:cubicBezTo>
                <a:lnTo>
                  <a:pt x="71823" y="359116"/>
                </a:lnTo>
                <a:cubicBezTo>
                  <a:pt x="32156" y="359116"/>
                  <a:pt x="0" y="326960"/>
                  <a:pt x="0" y="287293"/>
                </a:cubicBezTo>
                <a:lnTo>
                  <a:pt x="0" y="71823"/>
                </a:lnTo>
                <a:cubicBezTo>
                  <a:pt x="0" y="32156"/>
                  <a:pt x="32156" y="0"/>
                  <a:pt x="71823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0018" y="457873"/>
            <a:ext cx="181803" cy="161602"/>
          </a:xfrm>
          <a:custGeom>
            <a:avLst/>
            <a:gdLst/>
            <a:ahLst/>
            <a:cxnLst/>
            <a:rect l="l" t="t" r="r" b="b"/>
            <a:pathLst>
              <a:path w="181803" h="161602">
                <a:moveTo>
                  <a:pt x="15150" y="61800"/>
                </a:moveTo>
                <a:lnTo>
                  <a:pt x="81180" y="88976"/>
                </a:lnTo>
                <a:cubicBezTo>
                  <a:pt x="84273" y="90239"/>
                  <a:pt x="87556" y="90901"/>
                  <a:pt x="90901" y="90901"/>
                </a:cubicBezTo>
                <a:cubicBezTo>
                  <a:pt x="94247" y="90901"/>
                  <a:pt x="97530" y="90239"/>
                  <a:pt x="100623" y="88976"/>
                </a:cubicBezTo>
                <a:lnTo>
                  <a:pt x="177131" y="57476"/>
                </a:lnTo>
                <a:cubicBezTo>
                  <a:pt x="179972" y="56308"/>
                  <a:pt x="181803" y="53562"/>
                  <a:pt x="181803" y="50501"/>
                </a:cubicBezTo>
                <a:cubicBezTo>
                  <a:pt x="181803" y="47439"/>
                  <a:pt x="179972" y="44693"/>
                  <a:pt x="177131" y="43525"/>
                </a:cubicBezTo>
                <a:lnTo>
                  <a:pt x="100623" y="12025"/>
                </a:lnTo>
                <a:cubicBezTo>
                  <a:pt x="97530" y="10763"/>
                  <a:pt x="94247" y="10100"/>
                  <a:pt x="90901" y="10100"/>
                </a:cubicBezTo>
                <a:cubicBezTo>
                  <a:pt x="87556" y="10100"/>
                  <a:pt x="84273" y="10763"/>
                  <a:pt x="81180" y="12025"/>
                </a:cubicBezTo>
                <a:lnTo>
                  <a:pt x="4671" y="43525"/>
                </a:lnTo>
                <a:cubicBezTo>
                  <a:pt x="1831" y="44693"/>
                  <a:pt x="0" y="47439"/>
                  <a:pt x="0" y="50501"/>
                </a:cubicBezTo>
                <a:lnTo>
                  <a:pt x="0" y="143927"/>
                </a:lnTo>
                <a:cubicBezTo>
                  <a:pt x="0" y="148125"/>
                  <a:pt x="3377" y="151502"/>
                  <a:pt x="7575" y="151502"/>
                </a:cubicBezTo>
                <a:cubicBezTo>
                  <a:pt x="11773" y="151502"/>
                  <a:pt x="15150" y="148125"/>
                  <a:pt x="15150" y="143927"/>
                </a:cubicBezTo>
                <a:lnTo>
                  <a:pt x="15150" y="61800"/>
                </a:lnTo>
                <a:close/>
                <a:moveTo>
                  <a:pt x="30300" y="84431"/>
                </a:moveTo>
                <a:lnTo>
                  <a:pt x="30300" y="121202"/>
                </a:lnTo>
                <a:cubicBezTo>
                  <a:pt x="30300" y="137930"/>
                  <a:pt x="57445" y="151502"/>
                  <a:pt x="90901" y="151502"/>
                </a:cubicBezTo>
                <a:cubicBezTo>
                  <a:pt x="124358" y="151502"/>
                  <a:pt x="151502" y="137930"/>
                  <a:pt x="151502" y="121202"/>
                </a:cubicBezTo>
                <a:lnTo>
                  <a:pt x="151502" y="84399"/>
                </a:lnTo>
                <a:lnTo>
                  <a:pt x="106399" y="102990"/>
                </a:lnTo>
                <a:cubicBezTo>
                  <a:pt x="101475" y="105010"/>
                  <a:pt x="96235" y="106052"/>
                  <a:pt x="90901" y="106052"/>
                </a:cubicBezTo>
                <a:cubicBezTo>
                  <a:pt x="85567" y="106052"/>
                  <a:pt x="80328" y="105010"/>
                  <a:pt x="75404" y="102990"/>
                </a:cubicBezTo>
                <a:lnTo>
                  <a:pt x="30300" y="84399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" name="Text 2"/>
          <p:cNvSpPr/>
          <p:nvPr/>
        </p:nvSpPr>
        <p:spPr>
          <a:xfrm>
            <a:off x="825968" y="430940"/>
            <a:ext cx="763122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spc="57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59116" y="790056"/>
            <a:ext cx="11635370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45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Training Configuration &amp; Process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9116" y="1220996"/>
            <a:ext cx="718233" cy="35912"/>
          </a:xfrm>
          <a:custGeom>
            <a:avLst/>
            <a:gdLst/>
            <a:ahLst/>
            <a:cxnLst/>
            <a:rect l="l" t="t" r="r" b="b"/>
            <a:pathLst>
              <a:path w="718233" h="35912">
                <a:moveTo>
                  <a:pt x="0" y="0"/>
                </a:moveTo>
                <a:lnTo>
                  <a:pt x="718233" y="0"/>
                </a:lnTo>
                <a:lnTo>
                  <a:pt x="718233" y="35912"/>
                </a:lnTo>
                <a:lnTo>
                  <a:pt x="0" y="35912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7" name="Shape 5"/>
          <p:cNvSpPr/>
          <p:nvPr/>
        </p:nvSpPr>
        <p:spPr>
          <a:xfrm>
            <a:off x="377072" y="1400554"/>
            <a:ext cx="7559399" cy="1831493"/>
          </a:xfrm>
          <a:custGeom>
            <a:avLst/>
            <a:gdLst/>
            <a:ahLst/>
            <a:cxnLst/>
            <a:rect l="l" t="t" r="r" b="b"/>
            <a:pathLst>
              <a:path w="7559399" h="1831493">
                <a:moveTo>
                  <a:pt x="35912" y="0"/>
                </a:moveTo>
                <a:lnTo>
                  <a:pt x="7487568" y="0"/>
                </a:lnTo>
                <a:cubicBezTo>
                  <a:pt x="7527239" y="0"/>
                  <a:pt x="7559399" y="32160"/>
                  <a:pt x="7559399" y="71831"/>
                </a:cubicBezTo>
                <a:lnTo>
                  <a:pt x="7559399" y="1759662"/>
                </a:lnTo>
                <a:cubicBezTo>
                  <a:pt x="7559399" y="1799333"/>
                  <a:pt x="7527239" y="1831493"/>
                  <a:pt x="7487568" y="1831493"/>
                </a:cubicBezTo>
                <a:lnTo>
                  <a:pt x="35912" y="1831493"/>
                </a:lnTo>
                <a:cubicBezTo>
                  <a:pt x="16078" y="1831493"/>
                  <a:pt x="0" y="1815415"/>
                  <a:pt x="0" y="1795582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77072" y="1400554"/>
            <a:ext cx="35912" cy="1831493"/>
          </a:xfrm>
          <a:custGeom>
            <a:avLst/>
            <a:gdLst/>
            <a:ahLst/>
            <a:cxnLst/>
            <a:rect l="l" t="t" r="r" b="b"/>
            <a:pathLst>
              <a:path w="35912" h="1831493">
                <a:moveTo>
                  <a:pt x="35912" y="0"/>
                </a:moveTo>
                <a:lnTo>
                  <a:pt x="35912" y="0"/>
                </a:lnTo>
                <a:lnTo>
                  <a:pt x="35912" y="1831493"/>
                </a:lnTo>
                <a:lnTo>
                  <a:pt x="35912" y="1831493"/>
                </a:lnTo>
                <a:cubicBezTo>
                  <a:pt x="16078" y="1831493"/>
                  <a:pt x="0" y="1815415"/>
                  <a:pt x="0" y="1795582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9" name="Text 7"/>
          <p:cNvSpPr/>
          <p:nvPr/>
        </p:nvSpPr>
        <p:spPr>
          <a:xfrm>
            <a:off x="538675" y="1544200"/>
            <a:ext cx="7361885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7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Optimizer &amp; Loss Configuration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8675" y="1975140"/>
            <a:ext cx="3555252" cy="1113261"/>
          </a:xfrm>
          <a:custGeom>
            <a:avLst/>
            <a:gdLst/>
            <a:ahLst/>
            <a:cxnLst/>
            <a:rect l="l" t="t" r="r" b="b"/>
            <a:pathLst>
              <a:path w="3555252" h="1113261">
                <a:moveTo>
                  <a:pt x="35914" y="0"/>
                </a:moveTo>
                <a:lnTo>
                  <a:pt x="3519338" y="0"/>
                </a:lnTo>
                <a:cubicBezTo>
                  <a:pt x="3539173" y="0"/>
                  <a:pt x="3555252" y="16079"/>
                  <a:pt x="3555252" y="35914"/>
                </a:cubicBezTo>
                <a:lnTo>
                  <a:pt x="3555252" y="1077347"/>
                </a:lnTo>
                <a:cubicBezTo>
                  <a:pt x="3555252" y="1097182"/>
                  <a:pt x="3539173" y="1113261"/>
                  <a:pt x="3519338" y="1113261"/>
                </a:cubicBezTo>
                <a:lnTo>
                  <a:pt x="35914" y="1113261"/>
                </a:lnTo>
                <a:cubicBezTo>
                  <a:pt x="16079" y="1113261"/>
                  <a:pt x="0" y="1097182"/>
                  <a:pt x="0" y="1077347"/>
                </a:cubicBezTo>
                <a:lnTo>
                  <a:pt x="0" y="35914"/>
                </a:lnTo>
                <a:cubicBezTo>
                  <a:pt x="0" y="16079"/>
                  <a:pt x="16079" y="0"/>
                  <a:pt x="3591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6409" y="2082875"/>
            <a:ext cx="3411605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Adam Optimizer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6409" y="2370168"/>
            <a:ext cx="799034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Rate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91023" y="2370168"/>
            <a:ext cx="45787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0.0001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6409" y="2585638"/>
            <a:ext cx="404006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Beta_1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06212" y="2585638"/>
            <a:ext cx="242404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0.9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6409" y="2801108"/>
            <a:ext cx="421962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Beta_2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67476" y="2801108"/>
            <a:ext cx="386050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0.999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38134" y="1975140"/>
            <a:ext cx="3555252" cy="1113261"/>
          </a:xfrm>
          <a:custGeom>
            <a:avLst/>
            <a:gdLst/>
            <a:ahLst/>
            <a:cxnLst/>
            <a:rect l="l" t="t" r="r" b="b"/>
            <a:pathLst>
              <a:path w="3555252" h="1113261">
                <a:moveTo>
                  <a:pt x="35914" y="0"/>
                </a:moveTo>
                <a:lnTo>
                  <a:pt x="3519338" y="0"/>
                </a:lnTo>
                <a:cubicBezTo>
                  <a:pt x="3539173" y="0"/>
                  <a:pt x="3555252" y="16079"/>
                  <a:pt x="3555252" y="35914"/>
                </a:cubicBezTo>
                <a:lnTo>
                  <a:pt x="3555252" y="1077347"/>
                </a:lnTo>
                <a:cubicBezTo>
                  <a:pt x="3555252" y="1097182"/>
                  <a:pt x="3539173" y="1113261"/>
                  <a:pt x="3519338" y="1113261"/>
                </a:cubicBezTo>
                <a:lnTo>
                  <a:pt x="35914" y="1113261"/>
                </a:lnTo>
                <a:cubicBezTo>
                  <a:pt x="16079" y="1113261"/>
                  <a:pt x="0" y="1097182"/>
                  <a:pt x="0" y="1077347"/>
                </a:cubicBezTo>
                <a:lnTo>
                  <a:pt x="0" y="35914"/>
                </a:lnTo>
                <a:cubicBezTo>
                  <a:pt x="0" y="16079"/>
                  <a:pt x="16079" y="0"/>
                  <a:pt x="3591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345869" y="2082875"/>
            <a:ext cx="3411605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Loss &amp; Metrics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45869" y="2370168"/>
            <a:ext cx="305249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82911" y="2370168"/>
            <a:ext cx="1167128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Binary Crossentropy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45869" y="2585638"/>
            <a:ext cx="466851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Metrics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76014" y="2585638"/>
            <a:ext cx="574586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45869" y="2801108"/>
            <a:ext cx="466851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Metrics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09463" y="2801108"/>
            <a:ext cx="942680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Precision, Recall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9116" y="3339782"/>
            <a:ext cx="7577355" cy="2064919"/>
          </a:xfrm>
          <a:custGeom>
            <a:avLst/>
            <a:gdLst/>
            <a:ahLst/>
            <a:cxnLst/>
            <a:rect l="l" t="t" r="r" b="b"/>
            <a:pathLst>
              <a:path w="7577355" h="2064919">
                <a:moveTo>
                  <a:pt x="71818" y="0"/>
                </a:moveTo>
                <a:lnTo>
                  <a:pt x="7505537" y="0"/>
                </a:lnTo>
                <a:cubicBezTo>
                  <a:pt x="7545201" y="0"/>
                  <a:pt x="7577355" y="32154"/>
                  <a:pt x="7577355" y="71818"/>
                </a:cubicBezTo>
                <a:lnTo>
                  <a:pt x="7577355" y="1993101"/>
                </a:lnTo>
                <a:cubicBezTo>
                  <a:pt x="7577355" y="2032765"/>
                  <a:pt x="7545201" y="2064919"/>
                  <a:pt x="7505537" y="2064919"/>
                </a:cubicBezTo>
                <a:lnTo>
                  <a:pt x="71818" y="2064919"/>
                </a:lnTo>
                <a:cubicBezTo>
                  <a:pt x="32154" y="2064919"/>
                  <a:pt x="0" y="2032765"/>
                  <a:pt x="0" y="1993101"/>
                </a:cubicBezTo>
                <a:lnTo>
                  <a:pt x="0" y="71818"/>
                </a:lnTo>
                <a:cubicBezTo>
                  <a:pt x="0" y="32154"/>
                  <a:pt x="32154" y="0"/>
                  <a:pt x="7181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02763" y="3483429"/>
            <a:ext cx="7397797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7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Callbacks &amp; Regularization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7252" y="3918857"/>
            <a:ext cx="2352212" cy="1337708"/>
          </a:xfrm>
          <a:custGeom>
            <a:avLst/>
            <a:gdLst/>
            <a:ahLst/>
            <a:cxnLst/>
            <a:rect l="l" t="t" r="r" b="b"/>
            <a:pathLst>
              <a:path w="2352212" h="1337708">
                <a:moveTo>
                  <a:pt x="71822" y="0"/>
                </a:moveTo>
                <a:lnTo>
                  <a:pt x="2280391" y="0"/>
                </a:lnTo>
                <a:cubicBezTo>
                  <a:pt x="2320056" y="0"/>
                  <a:pt x="2352212" y="32156"/>
                  <a:pt x="2352212" y="71822"/>
                </a:cubicBezTo>
                <a:lnTo>
                  <a:pt x="2352212" y="1265887"/>
                </a:lnTo>
                <a:cubicBezTo>
                  <a:pt x="2352212" y="1305553"/>
                  <a:pt x="2320056" y="1337708"/>
                  <a:pt x="2280391" y="1337708"/>
                </a:cubicBezTo>
                <a:lnTo>
                  <a:pt x="71822" y="1337708"/>
                </a:lnTo>
                <a:cubicBezTo>
                  <a:pt x="32182" y="1337708"/>
                  <a:pt x="0" y="1305526"/>
                  <a:pt x="0" y="1265887"/>
                </a:cubicBezTo>
                <a:lnTo>
                  <a:pt x="0" y="71822"/>
                </a:lnTo>
                <a:cubicBezTo>
                  <a:pt x="0" y="32182"/>
                  <a:pt x="32182" y="0"/>
                  <a:pt x="7182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7432" y="4066993"/>
            <a:ext cx="143647" cy="143647"/>
          </a:xfrm>
          <a:custGeom>
            <a:avLst/>
            <a:gdLst/>
            <a:ahLst/>
            <a:cxnLst/>
            <a:rect l="l" t="t" r="r" b="b"/>
            <a:pathLst>
              <a:path w="143647" h="143647">
                <a:moveTo>
                  <a:pt x="71823" y="143647"/>
                </a:moveTo>
                <a:cubicBezTo>
                  <a:pt x="111464" y="143647"/>
                  <a:pt x="143647" y="111464"/>
                  <a:pt x="143647" y="71823"/>
                </a:cubicBezTo>
                <a:cubicBezTo>
                  <a:pt x="143647" y="32183"/>
                  <a:pt x="111464" y="0"/>
                  <a:pt x="71823" y="0"/>
                </a:cubicBezTo>
                <a:cubicBezTo>
                  <a:pt x="32183" y="0"/>
                  <a:pt x="0" y="32183"/>
                  <a:pt x="0" y="71823"/>
                </a:cubicBezTo>
                <a:cubicBezTo>
                  <a:pt x="0" y="111464"/>
                  <a:pt x="32183" y="143647"/>
                  <a:pt x="71823" y="143647"/>
                </a:cubicBezTo>
                <a:close/>
                <a:moveTo>
                  <a:pt x="53867" y="44890"/>
                </a:moveTo>
                <a:lnTo>
                  <a:pt x="89779" y="44890"/>
                </a:lnTo>
                <a:cubicBezTo>
                  <a:pt x="94745" y="44890"/>
                  <a:pt x="98757" y="48902"/>
                  <a:pt x="98757" y="53867"/>
                </a:cubicBezTo>
                <a:lnTo>
                  <a:pt x="98757" y="89779"/>
                </a:lnTo>
                <a:cubicBezTo>
                  <a:pt x="98757" y="94745"/>
                  <a:pt x="94745" y="98757"/>
                  <a:pt x="89779" y="98757"/>
                </a:cubicBezTo>
                <a:lnTo>
                  <a:pt x="53867" y="98757"/>
                </a:lnTo>
                <a:cubicBezTo>
                  <a:pt x="48902" y="98757"/>
                  <a:pt x="44890" y="94745"/>
                  <a:pt x="44890" y="89779"/>
                </a:cubicBezTo>
                <a:lnTo>
                  <a:pt x="44890" y="53867"/>
                </a:lnTo>
                <a:cubicBezTo>
                  <a:pt x="44890" y="48902"/>
                  <a:pt x="48902" y="44890"/>
                  <a:pt x="53867" y="4489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0" name="Text 28"/>
          <p:cNvSpPr/>
          <p:nvPr/>
        </p:nvSpPr>
        <p:spPr>
          <a:xfrm>
            <a:off x="870857" y="4031081"/>
            <a:ext cx="969614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 Stopping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9476" y="4318374"/>
            <a:ext cx="2190610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Prevents overfitting by monitoring validation loss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19476" y="4749314"/>
            <a:ext cx="493785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313775" y="4749314"/>
            <a:ext cx="493785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val_loss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19476" y="4964784"/>
            <a:ext cx="520719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Patience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623092" y="4964784"/>
            <a:ext cx="188536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2973511" y="3918857"/>
            <a:ext cx="2352212" cy="1337708"/>
          </a:xfrm>
          <a:custGeom>
            <a:avLst/>
            <a:gdLst/>
            <a:ahLst/>
            <a:cxnLst/>
            <a:rect l="l" t="t" r="r" b="b"/>
            <a:pathLst>
              <a:path w="2352212" h="1337708">
                <a:moveTo>
                  <a:pt x="71822" y="0"/>
                </a:moveTo>
                <a:lnTo>
                  <a:pt x="2280391" y="0"/>
                </a:lnTo>
                <a:cubicBezTo>
                  <a:pt x="2320056" y="0"/>
                  <a:pt x="2352212" y="32156"/>
                  <a:pt x="2352212" y="71822"/>
                </a:cubicBezTo>
                <a:lnTo>
                  <a:pt x="2352212" y="1265887"/>
                </a:lnTo>
                <a:cubicBezTo>
                  <a:pt x="2352212" y="1305553"/>
                  <a:pt x="2320056" y="1337708"/>
                  <a:pt x="2280391" y="1337708"/>
                </a:cubicBezTo>
                <a:lnTo>
                  <a:pt x="71822" y="1337708"/>
                </a:lnTo>
                <a:cubicBezTo>
                  <a:pt x="32182" y="1337708"/>
                  <a:pt x="0" y="1305526"/>
                  <a:pt x="0" y="1265887"/>
                </a:cubicBezTo>
                <a:lnTo>
                  <a:pt x="0" y="71822"/>
                </a:lnTo>
                <a:cubicBezTo>
                  <a:pt x="0" y="32182"/>
                  <a:pt x="32182" y="0"/>
                  <a:pt x="7182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03691" y="4066993"/>
            <a:ext cx="143647" cy="143647"/>
          </a:xfrm>
          <a:custGeom>
            <a:avLst/>
            <a:gdLst/>
            <a:ahLst/>
            <a:cxnLst/>
            <a:rect l="l" t="t" r="r" b="b"/>
            <a:pathLst>
              <a:path w="143647" h="143647">
                <a:moveTo>
                  <a:pt x="17956" y="17956"/>
                </a:moveTo>
                <a:cubicBezTo>
                  <a:pt x="17956" y="12990"/>
                  <a:pt x="13944" y="8978"/>
                  <a:pt x="8978" y="8978"/>
                </a:cubicBezTo>
                <a:cubicBezTo>
                  <a:pt x="4012" y="8978"/>
                  <a:pt x="0" y="12990"/>
                  <a:pt x="0" y="17956"/>
                </a:cubicBezTo>
                <a:lnTo>
                  <a:pt x="0" y="112224"/>
                </a:lnTo>
                <a:cubicBezTo>
                  <a:pt x="0" y="124625"/>
                  <a:pt x="10044" y="134669"/>
                  <a:pt x="22445" y="134669"/>
                </a:cubicBezTo>
                <a:lnTo>
                  <a:pt x="134669" y="134669"/>
                </a:lnTo>
                <a:cubicBezTo>
                  <a:pt x="139635" y="134669"/>
                  <a:pt x="143647" y="130657"/>
                  <a:pt x="143647" y="125691"/>
                </a:cubicBezTo>
                <a:cubicBezTo>
                  <a:pt x="143647" y="120725"/>
                  <a:pt x="139635" y="116713"/>
                  <a:pt x="134669" y="116713"/>
                </a:cubicBezTo>
                <a:lnTo>
                  <a:pt x="22445" y="116713"/>
                </a:lnTo>
                <a:cubicBezTo>
                  <a:pt x="19976" y="116713"/>
                  <a:pt x="17956" y="114693"/>
                  <a:pt x="17956" y="112224"/>
                </a:cubicBezTo>
                <a:lnTo>
                  <a:pt x="17956" y="17956"/>
                </a:lnTo>
                <a:close/>
                <a:moveTo>
                  <a:pt x="132031" y="42252"/>
                </a:moveTo>
                <a:cubicBezTo>
                  <a:pt x="135538" y="38745"/>
                  <a:pt x="135538" y="33050"/>
                  <a:pt x="132031" y="29543"/>
                </a:cubicBezTo>
                <a:cubicBezTo>
                  <a:pt x="128524" y="26036"/>
                  <a:pt x="122829" y="26036"/>
                  <a:pt x="119322" y="29543"/>
                </a:cubicBezTo>
                <a:lnTo>
                  <a:pt x="89779" y="59114"/>
                </a:lnTo>
                <a:lnTo>
                  <a:pt x="73675" y="43038"/>
                </a:lnTo>
                <a:cubicBezTo>
                  <a:pt x="70168" y="39531"/>
                  <a:pt x="64473" y="39531"/>
                  <a:pt x="60966" y="43038"/>
                </a:cubicBezTo>
                <a:lnTo>
                  <a:pt x="34032" y="69972"/>
                </a:lnTo>
                <a:cubicBezTo>
                  <a:pt x="30525" y="73479"/>
                  <a:pt x="30525" y="79174"/>
                  <a:pt x="34032" y="82681"/>
                </a:cubicBezTo>
                <a:cubicBezTo>
                  <a:pt x="37539" y="86188"/>
                  <a:pt x="43234" y="86188"/>
                  <a:pt x="46741" y="82681"/>
                </a:cubicBezTo>
                <a:lnTo>
                  <a:pt x="67334" y="62088"/>
                </a:lnTo>
                <a:lnTo>
                  <a:pt x="83438" y="78192"/>
                </a:lnTo>
                <a:cubicBezTo>
                  <a:pt x="86945" y="81699"/>
                  <a:pt x="92641" y="81699"/>
                  <a:pt x="96148" y="78192"/>
                </a:cubicBezTo>
                <a:lnTo>
                  <a:pt x="132059" y="4228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8" name="Text 36"/>
          <p:cNvSpPr/>
          <p:nvPr/>
        </p:nvSpPr>
        <p:spPr>
          <a:xfrm>
            <a:off x="3337117" y="4031081"/>
            <a:ext cx="1328730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ReduceLROnPlateau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085735" y="4318374"/>
            <a:ext cx="2190610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Optimizes learning rate based on performance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085735" y="4749314"/>
            <a:ext cx="404006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Factor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059893" y="4749314"/>
            <a:ext cx="215470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0.1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085735" y="4964784"/>
            <a:ext cx="520719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Patience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143219" y="4964784"/>
            <a:ext cx="134669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439911" y="3918857"/>
            <a:ext cx="2352212" cy="1337708"/>
          </a:xfrm>
          <a:custGeom>
            <a:avLst/>
            <a:gdLst/>
            <a:ahLst/>
            <a:cxnLst/>
            <a:rect l="l" t="t" r="r" b="b"/>
            <a:pathLst>
              <a:path w="2352212" h="1337708">
                <a:moveTo>
                  <a:pt x="71822" y="0"/>
                </a:moveTo>
                <a:lnTo>
                  <a:pt x="2280391" y="0"/>
                </a:lnTo>
                <a:cubicBezTo>
                  <a:pt x="2320056" y="0"/>
                  <a:pt x="2352212" y="32156"/>
                  <a:pt x="2352212" y="71822"/>
                </a:cubicBezTo>
                <a:lnTo>
                  <a:pt x="2352212" y="1265887"/>
                </a:lnTo>
                <a:cubicBezTo>
                  <a:pt x="2352212" y="1305553"/>
                  <a:pt x="2320056" y="1337708"/>
                  <a:pt x="2280391" y="1337708"/>
                </a:cubicBezTo>
                <a:lnTo>
                  <a:pt x="71822" y="1337708"/>
                </a:lnTo>
                <a:cubicBezTo>
                  <a:pt x="32182" y="1337708"/>
                  <a:pt x="0" y="1305526"/>
                  <a:pt x="0" y="1265887"/>
                </a:cubicBezTo>
                <a:lnTo>
                  <a:pt x="0" y="71822"/>
                </a:lnTo>
                <a:cubicBezTo>
                  <a:pt x="0" y="32182"/>
                  <a:pt x="32182" y="0"/>
                  <a:pt x="7182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579069" y="4066993"/>
            <a:ext cx="125691" cy="143647"/>
          </a:xfrm>
          <a:custGeom>
            <a:avLst/>
            <a:gdLst/>
            <a:ahLst/>
            <a:cxnLst/>
            <a:rect l="l" t="t" r="r" b="b"/>
            <a:pathLst>
              <a:path w="125691" h="143647">
                <a:moveTo>
                  <a:pt x="17956" y="8978"/>
                </a:moveTo>
                <a:cubicBezTo>
                  <a:pt x="8052" y="8978"/>
                  <a:pt x="0" y="17030"/>
                  <a:pt x="0" y="26934"/>
                </a:cubicBezTo>
                <a:lnTo>
                  <a:pt x="0" y="116713"/>
                </a:lnTo>
                <a:cubicBezTo>
                  <a:pt x="0" y="126617"/>
                  <a:pt x="8052" y="134669"/>
                  <a:pt x="17956" y="134669"/>
                </a:cubicBezTo>
                <a:lnTo>
                  <a:pt x="107735" y="134669"/>
                </a:lnTo>
                <a:cubicBezTo>
                  <a:pt x="117639" y="134669"/>
                  <a:pt x="125691" y="126617"/>
                  <a:pt x="125691" y="116713"/>
                </a:cubicBezTo>
                <a:lnTo>
                  <a:pt x="125691" y="48621"/>
                </a:lnTo>
                <a:cubicBezTo>
                  <a:pt x="125691" y="43851"/>
                  <a:pt x="123811" y="39278"/>
                  <a:pt x="120444" y="35912"/>
                </a:cubicBezTo>
                <a:lnTo>
                  <a:pt x="98757" y="14224"/>
                </a:lnTo>
                <a:cubicBezTo>
                  <a:pt x="95390" y="10858"/>
                  <a:pt x="90817" y="8978"/>
                  <a:pt x="86048" y="8978"/>
                </a:cubicBezTo>
                <a:lnTo>
                  <a:pt x="17956" y="8978"/>
                </a:lnTo>
                <a:close/>
                <a:moveTo>
                  <a:pt x="26934" y="35912"/>
                </a:moveTo>
                <a:cubicBezTo>
                  <a:pt x="26934" y="30946"/>
                  <a:pt x="30946" y="26934"/>
                  <a:pt x="35912" y="26934"/>
                </a:cubicBezTo>
                <a:lnTo>
                  <a:pt x="80801" y="26934"/>
                </a:lnTo>
                <a:cubicBezTo>
                  <a:pt x="85767" y="26934"/>
                  <a:pt x="89779" y="30946"/>
                  <a:pt x="89779" y="35912"/>
                </a:cubicBezTo>
                <a:lnTo>
                  <a:pt x="89779" y="53867"/>
                </a:lnTo>
                <a:cubicBezTo>
                  <a:pt x="89779" y="58833"/>
                  <a:pt x="85767" y="62845"/>
                  <a:pt x="80801" y="62845"/>
                </a:cubicBezTo>
                <a:lnTo>
                  <a:pt x="35912" y="62845"/>
                </a:lnTo>
                <a:cubicBezTo>
                  <a:pt x="30946" y="62845"/>
                  <a:pt x="26934" y="58833"/>
                  <a:pt x="26934" y="53867"/>
                </a:cubicBezTo>
                <a:lnTo>
                  <a:pt x="26934" y="35912"/>
                </a:lnTo>
                <a:close/>
                <a:moveTo>
                  <a:pt x="62845" y="80801"/>
                </a:moveTo>
                <a:cubicBezTo>
                  <a:pt x="72755" y="80801"/>
                  <a:pt x="80801" y="88847"/>
                  <a:pt x="80801" y="98757"/>
                </a:cubicBezTo>
                <a:cubicBezTo>
                  <a:pt x="80801" y="108667"/>
                  <a:pt x="72755" y="116713"/>
                  <a:pt x="62845" y="116713"/>
                </a:cubicBezTo>
                <a:cubicBezTo>
                  <a:pt x="52935" y="116713"/>
                  <a:pt x="44890" y="108667"/>
                  <a:pt x="44890" y="98757"/>
                </a:cubicBezTo>
                <a:cubicBezTo>
                  <a:pt x="44890" y="88847"/>
                  <a:pt x="52935" y="80801"/>
                  <a:pt x="62845" y="80801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6" name="Text 44"/>
          <p:cNvSpPr/>
          <p:nvPr/>
        </p:nvSpPr>
        <p:spPr>
          <a:xfrm>
            <a:off x="5803517" y="4031081"/>
            <a:ext cx="1167128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ModelCheckpoint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552135" y="4318374"/>
            <a:ext cx="2190610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Saves best weights during training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552135" y="4569756"/>
            <a:ext cx="493785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246435" y="4569756"/>
            <a:ext cx="493785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val_loss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552135" y="4785225"/>
            <a:ext cx="583564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Save Best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431885" y="4785225"/>
            <a:ext cx="305249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59116" y="5512436"/>
            <a:ext cx="7577355" cy="1149172"/>
          </a:xfrm>
          <a:custGeom>
            <a:avLst/>
            <a:gdLst/>
            <a:ahLst/>
            <a:cxnLst/>
            <a:rect l="l" t="t" r="r" b="b"/>
            <a:pathLst>
              <a:path w="7577355" h="1149172">
                <a:moveTo>
                  <a:pt x="71823" y="0"/>
                </a:moveTo>
                <a:lnTo>
                  <a:pt x="7505532" y="0"/>
                </a:lnTo>
                <a:cubicBezTo>
                  <a:pt x="7545199" y="0"/>
                  <a:pt x="7577355" y="32156"/>
                  <a:pt x="7577355" y="71823"/>
                </a:cubicBezTo>
                <a:lnTo>
                  <a:pt x="7577355" y="1077349"/>
                </a:lnTo>
                <a:cubicBezTo>
                  <a:pt x="7577355" y="1117016"/>
                  <a:pt x="7545199" y="1149172"/>
                  <a:pt x="7505532" y="1149172"/>
                </a:cubicBezTo>
                <a:lnTo>
                  <a:pt x="71823" y="1149172"/>
                </a:lnTo>
                <a:cubicBezTo>
                  <a:pt x="32156" y="1149172"/>
                  <a:pt x="0" y="1117016"/>
                  <a:pt x="0" y="1077349"/>
                </a:cubicBezTo>
                <a:lnTo>
                  <a:pt x="0" y="71823"/>
                </a:lnTo>
                <a:cubicBezTo>
                  <a:pt x="0" y="32156"/>
                  <a:pt x="32156" y="0"/>
                  <a:pt x="7182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466851" y="5620171"/>
            <a:ext cx="7451664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Parameters Summary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66851" y="5979287"/>
            <a:ext cx="1759670" cy="574586"/>
          </a:xfrm>
          <a:custGeom>
            <a:avLst/>
            <a:gdLst/>
            <a:ahLst/>
            <a:cxnLst/>
            <a:rect l="l" t="t" r="r" b="b"/>
            <a:pathLst>
              <a:path w="1759670" h="574586">
                <a:moveTo>
                  <a:pt x="35912" y="0"/>
                </a:moveTo>
                <a:lnTo>
                  <a:pt x="1723758" y="0"/>
                </a:lnTo>
                <a:cubicBezTo>
                  <a:pt x="1743592" y="0"/>
                  <a:pt x="1759670" y="16078"/>
                  <a:pt x="1759670" y="35912"/>
                </a:cubicBezTo>
                <a:lnTo>
                  <a:pt x="1759670" y="538675"/>
                </a:lnTo>
                <a:cubicBezTo>
                  <a:pt x="1759670" y="558508"/>
                  <a:pt x="1743592" y="574586"/>
                  <a:pt x="1723758" y="574586"/>
                </a:cubicBezTo>
                <a:lnTo>
                  <a:pt x="35912" y="574586"/>
                </a:lnTo>
                <a:cubicBezTo>
                  <a:pt x="16078" y="574586"/>
                  <a:pt x="0" y="558508"/>
                  <a:pt x="0" y="538675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507252" y="6051110"/>
            <a:ext cx="1678869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Epochs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93785" y="6230669"/>
            <a:ext cx="1705803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2334537" y="5979287"/>
            <a:ext cx="1759670" cy="574586"/>
          </a:xfrm>
          <a:custGeom>
            <a:avLst/>
            <a:gdLst/>
            <a:ahLst/>
            <a:cxnLst/>
            <a:rect l="l" t="t" r="r" b="b"/>
            <a:pathLst>
              <a:path w="1759670" h="574586">
                <a:moveTo>
                  <a:pt x="35912" y="0"/>
                </a:moveTo>
                <a:lnTo>
                  <a:pt x="1723758" y="0"/>
                </a:lnTo>
                <a:cubicBezTo>
                  <a:pt x="1743592" y="0"/>
                  <a:pt x="1759670" y="16078"/>
                  <a:pt x="1759670" y="35912"/>
                </a:cubicBezTo>
                <a:lnTo>
                  <a:pt x="1759670" y="538675"/>
                </a:lnTo>
                <a:cubicBezTo>
                  <a:pt x="1759670" y="558508"/>
                  <a:pt x="1743592" y="574586"/>
                  <a:pt x="1723758" y="574586"/>
                </a:cubicBezTo>
                <a:lnTo>
                  <a:pt x="35912" y="574586"/>
                </a:lnTo>
                <a:cubicBezTo>
                  <a:pt x="16078" y="574586"/>
                  <a:pt x="0" y="558508"/>
                  <a:pt x="0" y="538675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2374937" y="6051110"/>
            <a:ext cx="1678869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Batch Size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2361471" y="6230669"/>
            <a:ext cx="1705803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64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4202222" y="5979287"/>
            <a:ext cx="1759670" cy="574586"/>
          </a:xfrm>
          <a:custGeom>
            <a:avLst/>
            <a:gdLst/>
            <a:ahLst/>
            <a:cxnLst/>
            <a:rect l="l" t="t" r="r" b="b"/>
            <a:pathLst>
              <a:path w="1759670" h="574586">
                <a:moveTo>
                  <a:pt x="35912" y="0"/>
                </a:moveTo>
                <a:lnTo>
                  <a:pt x="1723758" y="0"/>
                </a:lnTo>
                <a:cubicBezTo>
                  <a:pt x="1743592" y="0"/>
                  <a:pt x="1759670" y="16078"/>
                  <a:pt x="1759670" y="35912"/>
                </a:cubicBezTo>
                <a:lnTo>
                  <a:pt x="1759670" y="538675"/>
                </a:lnTo>
                <a:cubicBezTo>
                  <a:pt x="1759670" y="558508"/>
                  <a:pt x="1743592" y="574586"/>
                  <a:pt x="1723758" y="574586"/>
                </a:cubicBezTo>
                <a:lnTo>
                  <a:pt x="35912" y="574586"/>
                </a:lnTo>
                <a:cubicBezTo>
                  <a:pt x="16078" y="574586"/>
                  <a:pt x="0" y="558508"/>
                  <a:pt x="0" y="538675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4242623" y="6051110"/>
            <a:ext cx="1678869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Size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4229156" y="6230669"/>
            <a:ext cx="1705803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128×128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069908" y="5979287"/>
            <a:ext cx="1759670" cy="574586"/>
          </a:xfrm>
          <a:custGeom>
            <a:avLst/>
            <a:gdLst/>
            <a:ahLst/>
            <a:cxnLst/>
            <a:rect l="l" t="t" r="r" b="b"/>
            <a:pathLst>
              <a:path w="1759670" h="574586">
                <a:moveTo>
                  <a:pt x="35912" y="0"/>
                </a:moveTo>
                <a:lnTo>
                  <a:pt x="1723758" y="0"/>
                </a:lnTo>
                <a:cubicBezTo>
                  <a:pt x="1743592" y="0"/>
                  <a:pt x="1759670" y="16078"/>
                  <a:pt x="1759670" y="35912"/>
                </a:cubicBezTo>
                <a:lnTo>
                  <a:pt x="1759670" y="538675"/>
                </a:lnTo>
                <a:cubicBezTo>
                  <a:pt x="1759670" y="558508"/>
                  <a:pt x="1743592" y="574586"/>
                  <a:pt x="1723758" y="574586"/>
                </a:cubicBezTo>
                <a:lnTo>
                  <a:pt x="35912" y="574586"/>
                </a:lnTo>
                <a:cubicBezTo>
                  <a:pt x="16078" y="574586"/>
                  <a:pt x="0" y="558508"/>
                  <a:pt x="0" y="538675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6110309" y="6051110"/>
            <a:ext cx="1678869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Seed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096842" y="6230669"/>
            <a:ext cx="1705803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42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162182" y="1409532"/>
            <a:ext cx="3662987" cy="2854975"/>
          </a:xfrm>
          <a:custGeom>
            <a:avLst/>
            <a:gdLst/>
            <a:ahLst/>
            <a:cxnLst/>
            <a:rect l="l" t="t" r="r" b="b"/>
            <a:pathLst>
              <a:path w="3662987" h="2854975">
                <a:moveTo>
                  <a:pt x="71831" y="0"/>
                </a:moveTo>
                <a:lnTo>
                  <a:pt x="3591156" y="0"/>
                </a:lnTo>
                <a:cubicBezTo>
                  <a:pt x="3630827" y="0"/>
                  <a:pt x="3662987" y="32160"/>
                  <a:pt x="3662987" y="71831"/>
                </a:cubicBezTo>
                <a:lnTo>
                  <a:pt x="3662987" y="2783144"/>
                </a:lnTo>
                <a:cubicBezTo>
                  <a:pt x="3662987" y="2822815"/>
                  <a:pt x="3630827" y="2854975"/>
                  <a:pt x="3591156" y="2854975"/>
                </a:cubicBezTo>
                <a:lnTo>
                  <a:pt x="71831" y="2854975"/>
                </a:lnTo>
                <a:cubicBezTo>
                  <a:pt x="32160" y="2854975"/>
                  <a:pt x="0" y="2822815"/>
                  <a:pt x="0" y="2783144"/>
                </a:cubicBezTo>
                <a:lnTo>
                  <a:pt x="0" y="71831"/>
                </a:lnTo>
                <a:cubicBezTo>
                  <a:pt x="0" y="32186"/>
                  <a:pt x="32186" y="0"/>
                  <a:pt x="7183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25400">
            <a:solidFill>
              <a:srgbClr val="3D8F8A">
                <a:alpha val="50196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269916" y="1562156"/>
            <a:ext cx="3447517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Strategy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314806" y="1957184"/>
            <a:ext cx="3357738" cy="646409"/>
          </a:xfrm>
          <a:custGeom>
            <a:avLst/>
            <a:gdLst/>
            <a:ahLst/>
            <a:cxnLst/>
            <a:rect l="l" t="t" r="r" b="b"/>
            <a:pathLst>
              <a:path w="3357738" h="646409">
                <a:moveTo>
                  <a:pt x="35915" y="0"/>
                </a:moveTo>
                <a:lnTo>
                  <a:pt x="3321823" y="0"/>
                </a:lnTo>
                <a:cubicBezTo>
                  <a:pt x="3341658" y="0"/>
                  <a:pt x="3357738" y="16079"/>
                  <a:pt x="3357738" y="35915"/>
                </a:cubicBezTo>
                <a:lnTo>
                  <a:pt x="3357738" y="610495"/>
                </a:lnTo>
                <a:cubicBezTo>
                  <a:pt x="3357738" y="630330"/>
                  <a:pt x="3341658" y="646409"/>
                  <a:pt x="3321823" y="646409"/>
                </a:cubicBezTo>
                <a:lnTo>
                  <a:pt x="35915" y="646409"/>
                </a:lnTo>
                <a:cubicBezTo>
                  <a:pt x="16079" y="646409"/>
                  <a:pt x="0" y="630330"/>
                  <a:pt x="0" y="610495"/>
                </a:cubicBezTo>
                <a:lnTo>
                  <a:pt x="0" y="35915"/>
                </a:lnTo>
                <a:cubicBezTo>
                  <a:pt x="0" y="16093"/>
                  <a:pt x="16093" y="0"/>
                  <a:pt x="3591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8422541" y="2064919"/>
            <a:ext cx="3214091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Overfitting Prevention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422541" y="2316300"/>
            <a:ext cx="320511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 stopping and dropout layers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314806" y="2711328"/>
            <a:ext cx="3357738" cy="646409"/>
          </a:xfrm>
          <a:custGeom>
            <a:avLst/>
            <a:gdLst/>
            <a:ahLst/>
            <a:cxnLst/>
            <a:rect l="l" t="t" r="r" b="b"/>
            <a:pathLst>
              <a:path w="3357738" h="646409">
                <a:moveTo>
                  <a:pt x="35915" y="0"/>
                </a:moveTo>
                <a:lnTo>
                  <a:pt x="3321823" y="0"/>
                </a:lnTo>
                <a:cubicBezTo>
                  <a:pt x="3341658" y="0"/>
                  <a:pt x="3357738" y="16079"/>
                  <a:pt x="3357738" y="35915"/>
                </a:cubicBezTo>
                <a:lnTo>
                  <a:pt x="3357738" y="610495"/>
                </a:lnTo>
                <a:cubicBezTo>
                  <a:pt x="3357738" y="630330"/>
                  <a:pt x="3341658" y="646409"/>
                  <a:pt x="3321823" y="646409"/>
                </a:cubicBezTo>
                <a:lnTo>
                  <a:pt x="35915" y="646409"/>
                </a:lnTo>
                <a:cubicBezTo>
                  <a:pt x="16079" y="646409"/>
                  <a:pt x="0" y="630330"/>
                  <a:pt x="0" y="610495"/>
                </a:cubicBezTo>
                <a:lnTo>
                  <a:pt x="0" y="35915"/>
                </a:lnTo>
                <a:cubicBezTo>
                  <a:pt x="0" y="16093"/>
                  <a:pt x="16093" y="0"/>
                  <a:pt x="3591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8422541" y="2819063"/>
            <a:ext cx="3214091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Optimization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422541" y="3070445"/>
            <a:ext cx="320511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Adaptive learning rate scheduling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8314806" y="3465473"/>
            <a:ext cx="3357738" cy="646409"/>
          </a:xfrm>
          <a:custGeom>
            <a:avLst/>
            <a:gdLst/>
            <a:ahLst/>
            <a:cxnLst/>
            <a:rect l="l" t="t" r="r" b="b"/>
            <a:pathLst>
              <a:path w="3357738" h="646409">
                <a:moveTo>
                  <a:pt x="35915" y="0"/>
                </a:moveTo>
                <a:lnTo>
                  <a:pt x="3321823" y="0"/>
                </a:lnTo>
                <a:cubicBezTo>
                  <a:pt x="3341658" y="0"/>
                  <a:pt x="3357738" y="16079"/>
                  <a:pt x="3357738" y="35915"/>
                </a:cubicBezTo>
                <a:lnTo>
                  <a:pt x="3357738" y="610495"/>
                </a:lnTo>
                <a:cubicBezTo>
                  <a:pt x="3357738" y="630330"/>
                  <a:pt x="3341658" y="646409"/>
                  <a:pt x="3321823" y="646409"/>
                </a:cubicBezTo>
                <a:lnTo>
                  <a:pt x="35915" y="646409"/>
                </a:lnTo>
                <a:cubicBezTo>
                  <a:pt x="16079" y="646409"/>
                  <a:pt x="0" y="630330"/>
                  <a:pt x="0" y="610495"/>
                </a:cubicBezTo>
                <a:lnTo>
                  <a:pt x="0" y="35915"/>
                </a:lnTo>
                <a:cubicBezTo>
                  <a:pt x="0" y="16093"/>
                  <a:pt x="16093" y="0"/>
                  <a:pt x="3591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8422541" y="3573208"/>
            <a:ext cx="3214091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Persistence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8422541" y="3824589"/>
            <a:ext cx="320511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weights preservation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8153204" y="4417131"/>
            <a:ext cx="3680943" cy="2504837"/>
          </a:xfrm>
          <a:custGeom>
            <a:avLst/>
            <a:gdLst/>
            <a:ahLst/>
            <a:cxnLst/>
            <a:rect l="l" t="t" r="r" b="b"/>
            <a:pathLst>
              <a:path w="3680943" h="2504837">
                <a:moveTo>
                  <a:pt x="71814" y="0"/>
                </a:moveTo>
                <a:lnTo>
                  <a:pt x="3609129" y="0"/>
                </a:lnTo>
                <a:cubicBezTo>
                  <a:pt x="3648790" y="0"/>
                  <a:pt x="3680943" y="32152"/>
                  <a:pt x="3680943" y="71814"/>
                </a:cubicBezTo>
                <a:lnTo>
                  <a:pt x="3680943" y="2433023"/>
                </a:lnTo>
                <a:cubicBezTo>
                  <a:pt x="3680943" y="2472684"/>
                  <a:pt x="3648790" y="2504837"/>
                  <a:pt x="3609129" y="2504837"/>
                </a:cubicBezTo>
                <a:lnTo>
                  <a:pt x="71814" y="2504837"/>
                </a:lnTo>
                <a:cubicBezTo>
                  <a:pt x="32152" y="2504837"/>
                  <a:pt x="0" y="2472684"/>
                  <a:pt x="0" y="2433023"/>
                </a:cubicBezTo>
                <a:lnTo>
                  <a:pt x="0" y="71814"/>
                </a:lnTo>
                <a:cubicBezTo>
                  <a:pt x="0" y="32179"/>
                  <a:pt x="32179" y="0"/>
                  <a:pt x="7181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8296850" y="4560778"/>
            <a:ext cx="3483429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Outcomes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8319295" y="5036607"/>
            <a:ext cx="161602" cy="161602"/>
          </a:xfrm>
          <a:custGeom>
            <a:avLst/>
            <a:gdLst/>
            <a:ahLst/>
            <a:cxnLst/>
            <a:rect l="l" t="t" r="r" b="b"/>
            <a:pathLst>
              <a:path w="161602" h="161602">
                <a:moveTo>
                  <a:pt x="80801" y="161602"/>
                </a:moveTo>
                <a:cubicBezTo>
                  <a:pt x="125397" y="161602"/>
                  <a:pt x="161602" y="125397"/>
                  <a:pt x="161602" y="80801"/>
                </a:cubicBezTo>
                <a:cubicBezTo>
                  <a:pt x="161602" y="36206"/>
                  <a:pt x="125397" y="0"/>
                  <a:pt x="80801" y="0"/>
                </a:cubicBezTo>
                <a:cubicBezTo>
                  <a:pt x="36206" y="0"/>
                  <a:pt x="0" y="36206"/>
                  <a:pt x="0" y="80801"/>
                </a:cubicBezTo>
                <a:cubicBezTo>
                  <a:pt x="0" y="125397"/>
                  <a:pt x="36206" y="161602"/>
                  <a:pt x="80801" y="161602"/>
                </a:cubicBezTo>
                <a:close/>
                <a:moveTo>
                  <a:pt x="107440" y="67134"/>
                </a:moveTo>
                <a:lnTo>
                  <a:pt x="82190" y="107535"/>
                </a:lnTo>
                <a:cubicBezTo>
                  <a:pt x="80864" y="109650"/>
                  <a:pt x="78592" y="110975"/>
                  <a:pt x="76098" y="111102"/>
                </a:cubicBezTo>
                <a:cubicBezTo>
                  <a:pt x="73605" y="111228"/>
                  <a:pt x="71206" y="110092"/>
                  <a:pt x="69723" y="108072"/>
                </a:cubicBezTo>
                <a:lnTo>
                  <a:pt x="54572" y="87871"/>
                </a:lnTo>
                <a:cubicBezTo>
                  <a:pt x="52047" y="84526"/>
                  <a:pt x="52742" y="79791"/>
                  <a:pt x="56087" y="77266"/>
                </a:cubicBezTo>
                <a:cubicBezTo>
                  <a:pt x="59433" y="74741"/>
                  <a:pt x="64167" y="75435"/>
                  <a:pt x="66693" y="78781"/>
                </a:cubicBezTo>
                <a:lnTo>
                  <a:pt x="75215" y="90144"/>
                </a:lnTo>
                <a:lnTo>
                  <a:pt x="94594" y="59117"/>
                </a:lnTo>
                <a:cubicBezTo>
                  <a:pt x="96804" y="55582"/>
                  <a:pt x="101475" y="54478"/>
                  <a:pt x="105042" y="56719"/>
                </a:cubicBezTo>
                <a:cubicBezTo>
                  <a:pt x="108608" y="58960"/>
                  <a:pt x="109681" y="63599"/>
                  <a:pt x="107440" y="67166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80" name="Text 78"/>
          <p:cNvSpPr/>
          <p:nvPr/>
        </p:nvSpPr>
        <p:spPr>
          <a:xfrm>
            <a:off x="8606588" y="4919894"/>
            <a:ext cx="1427487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Stable Convergence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8606588" y="5135364"/>
            <a:ext cx="1418510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Loss decreases smoothly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8319295" y="5503458"/>
            <a:ext cx="161602" cy="161602"/>
          </a:xfrm>
          <a:custGeom>
            <a:avLst/>
            <a:gdLst/>
            <a:ahLst/>
            <a:cxnLst/>
            <a:rect l="l" t="t" r="r" b="b"/>
            <a:pathLst>
              <a:path w="161602" h="161602">
                <a:moveTo>
                  <a:pt x="80801" y="161602"/>
                </a:moveTo>
                <a:cubicBezTo>
                  <a:pt x="125397" y="161602"/>
                  <a:pt x="161602" y="125397"/>
                  <a:pt x="161602" y="80801"/>
                </a:cubicBezTo>
                <a:cubicBezTo>
                  <a:pt x="161602" y="36206"/>
                  <a:pt x="125397" y="0"/>
                  <a:pt x="80801" y="0"/>
                </a:cubicBezTo>
                <a:cubicBezTo>
                  <a:pt x="36206" y="0"/>
                  <a:pt x="0" y="36206"/>
                  <a:pt x="0" y="80801"/>
                </a:cubicBezTo>
                <a:cubicBezTo>
                  <a:pt x="0" y="125397"/>
                  <a:pt x="36206" y="161602"/>
                  <a:pt x="80801" y="161602"/>
                </a:cubicBezTo>
                <a:close/>
                <a:moveTo>
                  <a:pt x="107440" y="67134"/>
                </a:moveTo>
                <a:lnTo>
                  <a:pt x="82190" y="107535"/>
                </a:lnTo>
                <a:cubicBezTo>
                  <a:pt x="80864" y="109650"/>
                  <a:pt x="78592" y="110975"/>
                  <a:pt x="76098" y="111102"/>
                </a:cubicBezTo>
                <a:cubicBezTo>
                  <a:pt x="73605" y="111228"/>
                  <a:pt x="71206" y="110092"/>
                  <a:pt x="69723" y="108072"/>
                </a:cubicBezTo>
                <a:lnTo>
                  <a:pt x="54572" y="87871"/>
                </a:lnTo>
                <a:cubicBezTo>
                  <a:pt x="52047" y="84526"/>
                  <a:pt x="52742" y="79791"/>
                  <a:pt x="56087" y="77266"/>
                </a:cubicBezTo>
                <a:cubicBezTo>
                  <a:pt x="59433" y="74741"/>
                  <a:pt x="64167" y="75435"/>
                  <a:pt x="66693" y="78781"/>
                </a:cubicBezTo>
                <a:lnTo>
                  <a:pt x="75215" y="90144"/>
                </a:lnTo>
                <a:lnTo>
                  <a:pt x="94594" y="59117"/>
                </a:lnTo>
                <a:cubicBezTo>
                  <a:pt x="96804" y="55582"/>
                  <a:pt x="101475" y="54478"/>
                  <a:pt x="105042" y="56719"/>
                </a:cubicBezTo>
                <a:cubicBezTo>
                  <a:pt x="108608" y="58960"/>
                  <a:pt x="109681" y="63599"/>
                  <a:pt x="107440" y="67166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83" name="Text 81"/>
          <p:cNvSpPr/>
          <p:nvPr/>
        </p:nvSpPr>
        <p:spPr>
          <a:xfrm>
            <a:off x="8606588" y="5386745"/>
            <a:ext cx="2020029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Accuracy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8606588" y="5602215"/>
            <a:ext cx="2011052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Excellent classification performance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8319295" y="5970309"/>
            <a:ext cx="161602" cy="161602"/>
          </a:xfrm>
          <a:custGeom>
            <a:avLst/>
            <a:gdLst/>
            <a:ahLst/>
            <a:cxnLst/>
            <a:rect l="l" t="t" r="r" b="b"/>
            <a:pathLst>
              <a:path w="161602" h="161602">
                <a:moveTo>
                  <a:pt x="80801" y="161602"/>
                </a:moveTo>
                <a:cubicBezTo>
                  <a:pt x="125397" y="161602"/>
                  <a:pt x="161602" y="125397"/>
                  <a:pt x="161602" y="80801"/>
                </a:cubicBezTo>
                <a:cubicBezTo>
                  <a:pt x="161602" y="36206"/>
                  <a:pt x="125397" y="0"/>
                  <a:pt x="80801" y="0"/>
                </a:cubicBezTo>
                <a:cubicBezTo>
                  <a:pt x="36206" y="0"/>
                  <a:pt x="0" y="36206"/>
                  <a:pt x="0" y="80801"/>
                </a:cubicBezTo>
                <a:cubicBezTo>
                  <a:pt x="0" y="125397"/>
                  <a:pt x="36206" y="161602"/>
                  <a:pt x="80801" y="161602"/>
                </a:cubicBezTo>
                <a:close/>
                <a:moveTo>
                  <a:pt x="107440" y="67134"/>
                </a:moveTo>
                <a:lnTo>
                  <a:pt x="82190" y="107535"/>
                </a:lnTo>
                <a:cubicBezTo>
                  <a:pt x="80864" y="109650"/>
                  <a:pt x="78592" y="110975"/>
                  <a:pt x="76098" y="111102"/>
                </a:cubicBezTo>
                <a:cubicBezTo>
                  <a:pt x="73605" y="111228"/>
                  <a:pt x="71206" y="110092"/>
                  <a:pt x="69723" y="108072"/>
                </a:cubicBezTo>
                <a:lnTo>
                  <a:pt x="54572" y="87871"/>
                </a:lnTo>
                <a:cubicBezTo>
                  <a:pt x="52047" y="84526"/>
                  <a:pt x="52742" y="79791"/>
                  <a:pt x="56087" y="77266"/>
                </a:cubicBezTo>
                <a:cubicBezTo>
                  <a:pt x="59433" y="74741"/>
                  <a:pt x="64167" y="75435"/>
                  <a:pt x="66693" y="78781"/>
                </a:cubicBezTo>
                <a:lnTo>
                  <a:pt x="75215" y="90144"/>
                </a:lnTo>
                <a:lnTo>
                  <a:pt x="94594" y="59117"/>
                </a:lnTo>
                <a:cubicBezTo>
                  <a:pt x="96804" y="55582"/>
                  <a:pt x="101475" y="54478"/>
                  <a:pt x="105042" y="56719"/>
                </a:cubicBezTo>
                <a:cubicBezTo>
                  <a:pt x="108608" y="58960"/>
                  <a:pt x="109681" y="63599"/>
                  <a:pt x="107440" y="67166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86" name="Text 84"/>
          <p:cNvSpPr/>
          <p:nvPr/>
        </p:nvSpPr>
        <p:spPr>
          <a:xfrm>
            <a:off x="8606588" y="5853596"/>
            <a:ext cx="1822515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Balanced Metrics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8606588" y="6069066"/>
            <a:ext cx="1813538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Precision and recall optimization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8319295" y="6437161"/>
            <a:ext cx="161602" cy="161602"/>
          </a:xfrm>
          <a:custGeom>
            <a:avLst/>
            <a:gdLst/>
            <a:ahLst/>
            <a:cxnLst/>
            <a:rect l="l" t="t" r="r" b="b"/>
            <a:pathLst>
              <a:path w="161602" h="161602">
                <a:moveTo>
                  <a:pt x="80801" y="161602"/>
                </a:moveTo>
                <a:cubicBezTo>
                  <a:pt x="125397" y="161602"/>
                  <a:pt x="161602" y="125397"/>
                  <a:pt x="161602" y="80801"/>
                </a:cubicBezTo>
                <a:cubicBezTo>
                  <a:pt x="161602" y="36206"/>
                  <a:pt x="125397" y="0"/>
                  <a:pt x="80801" y="0"/>
                </a:cubicBezTo>
                <a:cubicBezTo>
                  <a:pt x="36206" y="0"/>
                  <a:pt x="0" y="36206"/>
                  <a:pt x="0" y="80801"/>
                </a:cubicBezTo>
                <a:cubicBezTo>
                  <a:pt x="0" y="125397"/>
                  <a:pt x="36206" y="161602"/>
                  <a:pt x="80801" y="161602"/>
                </a:cubicBezTo>
                <a:close/>
                <a:moveTo>
                  <a:pt x="107440" y="67134"/>
                </a:moveTo>
                <a:lnTo>
                  <a:pt x="82190" y="107535"/>
                </a:lnTo>
                <a:cubicBezTo>
                  <a:pt x="80864" y="109650"/>
                  <a:pt x="78592" y="110975"/>
                  <a:pt x="76098" y="111102"/>
                </a:cubicBezTo>
                <a:cubicBezTo>
                  <a:pt x="73605" y="111228"/>
                  <a:pt x="71206" y="110092"/>
                  <a:pt x="69723" y="108072"/>
                </a:cubicBezTo>
                <a:lnTo>
                  <a:pt x="54572" y="87871"/>
                </a:lnTo>
                <a:cubicBezTo>
                  <a:pt x="52047" y="84526"/>
                  <a:pt x="52742" y="79791"/>
                  <a:pt x="56087" y="77266"/>
                </a:cubicBezTo>
                <a:cubicBezTo>
                  <a:pt x="59433" y="74741"/>
                  <a:pt x="64167" y="75435"/>
                  <a:pt x="66693" y="78781"/>
                </a:cubicBezTo>
                <a:lnTo>
                  <a:pt x="75215" y="90144"/>
                </a:lnTo>
                <a:lnTo>
                  <a:pt x="94594" y="59117"/>
                </a:lnTo>
                <a:cubicBezTo>
                  <a:pt x="96804" y="55582"/>
                  <a:pt x="101475" y="54478"/>
                  <a:pt x="105042" y="56719"/>
                </a:cubicBezTo>
                <a:cubicBezTo>
                  <a:pt x="108608" y="58960"/>
                  <a:pt x="109681" y="63599"/>
                  <a:pt x="107440" y="67166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89" name="Text 87"/>
          <p:cNvSpPr/>
          <p:nvPr/>
        </p:nvSpPr>
        <p:spPr>
          <a:xfrm>
            <a:off x="8606588" y="6320448"/>
            <a:ext cx="1984118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Generalization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8606588" y="6535918"/>
            <a:ext cx="1975140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 performance maintained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8928" y="378928"/>
            <a:ext cx="378928" cy="378928"/>
          </a:xfrm>
          <a:custGeom>
            <a:avLst/>
            <a:gdLst/>
            <a:ahLst/>
            <a:cxn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74844" y="483133"/>
            <a:ext cx="191832" cy="170517"/>
          </a:xfrm>
          <a:custGeom>
            <a:avLst/>
            <a:gdLst/>
            <a:ahLst/>
            <a:cxnLst/>
            <a:rect l="l" t="t" r="r" b="b"/>
            <a:pathLst>
              <a:path w="191832" h="170517">
                <a:moveTo>
                  <a:pt x="74635" y="32338"/>
                </a:moveTo>
                <a:lnTo>
                  <a:pt x="74635" y="48857"/>
                </a:lnTo>
                <a:lnTo>
                  <a:pt x="74801" y="49024"/>
                </a:lnTo>
                <a:cubicBezTo>
                  <a:pt x="76966" y="21581"/>
                  <a:pt x="99913" y="0"/>
                  <a:pt x="127921" y="0"/>
                </a:cubicBezTo>
                <a:cubicBezTo>
                  <a:pt x="134616" y="0"/>
                  <a:pt x="141043" y="1232"/>
                  <a:pt x="146938" y="3497"/>
                </a:cubicBezTo>
                <a:cubicBezTo>
                  <a:pt x="150269" y="4763"/>
                  <a:pt x="150868" y="8992"/>
                  <a:pt x="148370" y="11523"/>
                </a:cubicBezTo>
                <a:lnTo>
                  <a:pt x="118829" y="41064"/>
                </a:lnTo>
                <a:cubicBezTo>
                  <a:pt x="117830" y="42063"/>
                  <a:pt x="117264" y="43429"/>
                  <a:pt x="117264" y="44827"/>
                </a:cubicBezTo>
                <a:lnTo>
                  <a:pt x="117264" y="58615"/>
                </a:lnTo>
                <a:cubicBezTo>
                  <a:pt x="117264" y="61546"/>
                  <a:pt x="119662" y="63944"/>
                  <a:pt x="122593" y="63944"/>
                </a:cubicBezTo>
                <a:lnTo>
                  <a:pt x="136381" y="63944"/>
                </a:lnTo>
                <a:cubicBezTo>
                  <a:pt x="137779" y="63944"/>
                  <a:pt x="139145" y="63378"/>
                  <a:pt x="140144" y="62379"/>
                </a:cubicBezTo>
                <a:lnTo>
                  <a:pt x="169685" y="32838"/>
                </a:lnTo>
                <a:cubicBezTo>
                  <a:pt x="172216" y="30307"/>
                  <a:pt x="176446" y="30940"/>
                  <a:pt x="177711" y="34270"/>
                </a:cubicBezTo>
                <a:cubicBezTo>
                  <a:pt x="179976" y="40165"/>
                  <a:pt x="181208" y="46593"/>
                  <a:pt x="181208" y="53287"/>
                </a:cubicBezTo>
                <a:cubicBezTo>
                  <a:pt x="181208" y="73469"/>
                  <a:pt x="169985" y="91054"/>
                  <a:pt x="153399" y="100079"/>
                </a:cubicBezTo>
                <a:lnTo>
                  <a:pt x="180542" y="127222"/>
                </a:lnTo>
                <a:cubicBezTo>
                  <a:pt x="186770" y="133450"/>
                  <a:pt x="186770" y="143574"/>
                  <a:pt x="180542" y="149836"/>
                </a:cubicBezTo>
                <a:lnTo>
                  <a:pt x="160526" y="169851"/>
                </a:lnTo>
                <a:cubicBezTo>
                  <a:pt x="154298" y="176079"/>
                  <a:pt x="144174" y="176079"/>
                  <a:pt x="137913" y="169851"/>
                </a:cubicBezTo>
                <a:lnTo>
                  <a:pt x="95949" y="127888"/>
                </a:lnTo>
                <a:cubicBezTo>
                  <a:pt x="86824" y="118763"/>
                  <a:pt x="84759" y="105275"/>
                  <a:pt x="89788" y="94151"/>
                </a:cubicBezTo>
                <a:lnTo>
                  <a:pt x="59581" y="63944"/>
                </a:lnTo>
                <a:lnTo>
                  <a:pt x="43062" y="63944"/>
                </a:lnTo>
                <a:cubicBezTo>
                  <a:pt x="39499" y="63944"/>
                  <a:pt x="36168" y="62179"/>
                  <a:pt x="34203" y="59215"/>
                </a:cubicBezTo>
                <a:lnTo>
                  <a:pt x="7793" y="19616"/>
                </a:lnTo>
                <a:cubicBezTo>
                  <a:pt x="6394" y="17518"/>
                  <a:pt x="6661" y="14687"/>
                  <a:pt x="8459" y="12889"/>
                </a:cubicBezTo>
                <a:lnTo>
                  <a:pt x="23579" y="-2231"/>
                </a:lnTo>
                <a:cubicBezTo>
                  <a:pt x="25378" y="-4030"/>
                  <a:pt x="28175" y="-4296"/>
                  <a:pt x="30307" y="-2897"/>
                </a:cubicBezTo>
                <a:lnTo>
                  <a:pt x="69906" y="23479"/>
                </a:lnTo>
                <a:cubicBezTo>
                  <a:pt x="72870" y="25444"/>
                  <a:pt x="74635" y="28775"/>
                  <a:pt x="74635" y="32338"/>
                </a:cubicBezTo>
                <a:close/>
                <a:moveTo>
                  <a:pt x="71804" y="98780"/>
                </a:moveTo>
                <a:cubicBezTo>
                  <a:pt x="69706" y="111103"/>
                  <a:pt x="72603" y="124125"/>
                  <a:pt x="80596" y="134549"/>
                </a:cubicBezTo>
                <a:lnTo>
                  <a:pt x="48957" y="166155"/>
                </a:lnTo>
                <a:cubicBezTo>
                  <a:pt x="39599" y="175513"/>
                  <a:pt x="24412" y="175513"/>
                  <a:pt x="15053" y="166155"/>
                </a:cubicBezTo>
                <a:cubicBezTo>
                  <a:pt x="5695" y="156796"/>
                  <a:pt x="5695" y="141609"/>
                  <a:pt x="15053" y="132251"/>
                </a:cubicBezTo>
                <a:lnTo>
                  <a:pt x="60147" y="87157"/>
                </a:lnTo>
                <a:lnTo>
                  <a:pt x="71804" y="98814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" name="Text 2"/>
          <p:cNvSpPr/>
          <p:nvPr/>
        </p:nvSpPr>
        <p:spPr>
          <a:xfrm>
            <a:off x="871534" y="454713"/>
            <a:ext cx="1648336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spc="60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8928" y="833641"/>
            <a:ext cx="11604662" cy="378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85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Tools, Technologies &amp; Environment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8928" y="1288354"/>
            <a:ext cx="757855" cy="37893"/>
          </a:xfrm>
          <a:custGeom>
            <a:avLst/>
            <a:gdLst/>
            <a:ahLst/>
            <a:cxnLst/>
            <a:rect l="l" t="t" r="r" b="b"/>
            <a:pathLst>
              <a:path w="757855" h="37893">
                <a:moveTo>
                  <a:pt x="0" y="0"/>
                </a:moveTo>
                <a:lnTo>
                  <a:pt x="757855" y="0"/>
                </a:lnTo>
                <a:lnTo>
                  <a:pt x="757855" y="37893"/>
                </a:lnTo>
                <a:lnTo>
                  <a:pt x="0" y="37893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7" name="Shape 5"/>
          <p:cNvSpPr/>
          <p:nvPr/>
        </p:nvSpPr>
        <p:spPr>
          <a:xfrm>
            <a:off x="397874" y="1477818"/>
            <a:ext cx="7531189" cy="2879851"/>
          </a:xfrm>
          <a:custGeom>
            <a:avLst/>
            <a:gdLst/>
            <a:ahLst/>
            <a:cxnLst/>
            <a:rect l="l" t="t" r="r" b="b"/>
            <a:pathLst>
              <a:path w="7531189" h="2879851">
                <a:moveTo>
                  <a:pt x="37893" y="0"/>
                </a:moveTo>
                <a:lnTo>
                  <a:pt x="7455391" y="0"/>
                </a:lnTo>
                <a:cubicBezTo>
                  <a:pt x="7497253" y="0"/>
                  <a:pt x="7531189" y="33936"/>
                  <a:pt x="7531189" y="75798"/>
                </a:cubicBezTo>
                <a:lnTo>
                  <a:pt x="7531189" y="2804053"/>
                </a:lnTo>
                <a:cubicBezTo>
                  <a:pt x="7531189" y="2845915"/>
                  <a:pt x="7497253" y="2879851"/>
                  <a:pt x="7455391" y="2879851"/>
                </a:cubicBezTo>
                <a:lnTo>
                  <a:pt x="37893" y="2879851"/>
                </a:lnTo>
                <a:cubicBezTo>
                  <a:pt x="16965" y="2879851"/>
                  <a:pt x="0" y="2862886"/>
                  <a:pt x="0" y="2841958"/>
                </a:cubicBezTo>
                <a:lnTo>
                  <a:pt x="0" y="37893"/>
                </a:lnTo>
                <a:cubicBezTo>
                  <a:pt x="0" y="16979"/>
                  <a:pt x="16979" y="0"/>
                  <a:pt x="3789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97874" y="1477818"/>
            <a:ext cx="37893" cy="2879851"/>
          </a:xfrm>
          <a:custGeom>
            <a:avLst/>
            <a:gdLst/>
            <a:ahLst/>
            <a:cxnLst/>
            <a:rect l="l" t="t" r="r" b="b"/>
            <a:pathLst>
              <a:path w="37893" h="2879851">
                <a:moveTo>
                  <a:pt x="37893" y="0"/>
                </a:moveTo>
                <a:lnTo>
                  <a:pt x="37893" y="0"/>
                </a:lnTo>
                <a:lnTo>
                  <a:pt x="37893" y="2879851"/>
                </a:lnTo>
                <a:lnTo>
                  <a:pt x="37893" y="2879851"/>
                </a:lnTo>
                <a:cubicBezTo>
                  <a:pt x="16965" y="2879851"/>
                  <a:pt x="0" y="2862886"/>
                  <a:pt x="0" y="2841958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9" name="Shape 7"/>
          <p:cNvSpPr/>
          <p:nvPr/>
        </p:nvSpPr>
        <p:spPr>
          <a:xfrm>
            <a:off x="596811" y="1667282"/>
            <a:ext cx="227357" cy="227357"/>
          </a:xfrm>
          <a:custGeom>
            <a:avLst/>
            <a:gdLst/>
            <a:ahLst/>
            <a:cxnLst/>
            <a:rect l="l" t="t" r="r" b="b"/>
            <a:pathLst>
              <a:path w="227357" h="227357">
                <a:moveTo>
                  <a:pt x="103243" y="2309"/>
                </a:moveTo>
                <a:cubicBezTo>
                  <a:pt x="109859" y="-755"/>
                  <a:pt x="117497" y="-755"/>
                  <a:pt x="124114" y="2309"/>
                </a:cubicBezTo>
                <a:lnTo>
                  <a:pt x="221184" y="47159"/>
                </a:lnTo>
                <a:cubicBezTo>
                  <a:pt x="224959" y="48891"/>
                  <a:pt x="227357" y="52665"/>
                  <a:pt x="227357" y="56839"/>
                </a:cubicBezTo>
                <a:cubicBezTo>
                  <a:pt x="227357" y="61013"/>
                  <a:pt x="224959" y="64788"/>
                  <a:pt x="221184" y="66520"/>
                </a:cubicBezTo>
                <a:lnTo>
                  <a:pt x="124114" y="111369"/>
                </a:lnTo>
                <a:cubicBezTo>
                  <a:pt x="117497" y="114433"/>
                  <a:pt x="109859" y="114433"/>
                  <a:pt x="103243" y="111369"/>
                </a:cubicBezTo>
                <a:lnTo>
                  <a:pt x="6172" y="66520"/>
                </a:lnTo>
                <a:cubicBezTo>
                  <a:pt x="2398" y="64743"/>
                  <a:pt x="0" y="60969"/>
                  <a:pt x="0" y="56839"/>
                </a:cubicBezTo>
                <a:cubicBezTo>
                  <a:pt x="0" y="52709"/>
                  <a:pt x="2398" y="48891"/>
                  <a:pt x="6172" y="47159"/>
                </a:cubicBezTo>
                <a:lnTo>
                  <a:pt x="103243" y="2309"/>
                </a:lnTo>
                <a:close/>
                <a:moveTo>
                  <a:pt x="21359" y="96982"/>
                </a:moveTo>
                <a:lnTo>
                  <a:pt x="94317" y="130686"/>
                </a:lnTo>
                <a:cubicBezTo>
                  <a:pt x="106618" y="136370"/>
                  <a:pt x="120783" y="136370"/>
                  <a:pt x="133084" y="130686"/>
                </a:cubicBezTo>
                <a:lnTo>
                  <a:pt x="206042" y="96982"/>
                </a:lnTo>
                <a:lnTo>
                  <a:pt x="221184" y="103998"/>
                </a:lnTo>
                <a:cubicBezTo>
                  <a:pt x="224959" y="105730"/>
                  <a:pt x="227357" y="109504"/>
                  <a:pt x="227357" y="113678"/>
                </a:cubicBezTo>
                <a:cubicBezTo>
                  <a:pt x="227357" y="117852"/>
                  <a:pt x="224959" y="121627"/>
                  <a:pt x="221184" y="123359"/>
                </a:cubicBezTo>
                <a:lnTo>
                  <a:pt x="124114" y="168208"/>
                </a:lnTo>
                <a:cubicBezTo>
                  <a:pt x="117497" y="171272"/>
                  <a:pt x="109859" y="171272"/>
                  <a:pt x="103243" y="168208"/>
                </a:cubicBezTo>
                <a:lnTo>
                  <a:pt x="6172" y="123359"/>
                </a:lnTo>
                <a:cubicBezTo>
                  <a:pt x="2398" y="121583"/>
                  <a:pt x="0" y="117808"/>
                  <a:pt x="0" y="113678"/>
                </a:cubicBezTo>
                <a:cubicBezTo>
                  <a:pt x="0" y="109549"/>
                  <a:pt x="2398" y="105730"/>
                  <a:pt x="6172" y="103998"/>
                </a:cubicBezTo>
                <a:lnTo>
                  <a:pt x="21315" y="96982"/>
                </a:lnTo>
                <a:close/>
                <a:moveTo>
                  <a:pt x="6172" y="160837"/>
                </a:moveTo>
                <a:lnTo>
                  <a:pt x="21315" y="153821"/>
                </a:lnTo>
                <a:lnTo>
                  <a:pt x="94273" y="187525"/>
                </a:lnTo>
                <a:cubicBezTo>
                  <a:pt x="106573" y="193209"/>
                  <a:pt x="120739" y="193209"/>
                  <a:pt x="133039" y="187525"/>
                </a:cubicBezTo>
                <a:lnTo>
                  <a:pt x="205998" y="153821"/>
                </a:lnTo>
                <a:lnTo>
                  <a:pt x="221140" y="160837"/>
                </a:lnTo>
                <a:cubicBezTo>
                  <a:pt x="224914" y="162569"/>
                  <a:pt x="227312" y="166343"/>
                  <a:pt x="227312" y="170517"/>
                </a:cubicBezTo>
                <a:cubicBezTo>
                  <a:pt x="227312" y="174692"/>
                  <a:pt x="224914" y="178466"/>
                  <a:pt x="221140" y="180198"/>
                </a:cubicBezTo>
                <a:lnTo>
                  <a:pt x="124069" y="225048"/>
                </a:lnTo>
                <a:cubicBezTo>
                  <a:pt x="117453" y="228112"/>
                  <a:pt x="109815" y="228112"/>
                  <a:pt x="103199" y="225048"/>
                </a:cubicBezTo>
                <a:lnTo>
                  <a:pt x="6172" y="180198"/>
                </a:lnTo>
                <a:cubicBezTo>
                  <a:pt x="2398" y="178422"/>
                  <a:pt x="0" y="174647"/>
                  <a:pt x="0" y="170517"/>
                </a:cubicBezTo>
                <a:cubicBezTo>
                  <a:pt x="0" y="166388"/>
                  <a:pt x="2398" y="162569"/>
                  <a:pt x="6172" y="160837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0" name="Text 8"/>
          <p:cNvSpPr/>
          <p:nvPr/>
        </p:nvSpPr>
        <p:spPr>
          <a:xfrm>
            <a:off x="852587" y="1629389"/>
            <a:ext cx="7038583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Frameworks &amp; Libraries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8392" y="2084103"/>
            <a:ext cx="3524028" cy="985212"/>
          </a:xfrm>
          <a:custGeom>
            <a:avLst/>
            <a:gdLst/>
            <a:ahLst/>
            <a:cxnLst/>
            <a:rect l="l" t="t" r="r" b="b"/>
            <a:pathLst>
              <a:path w="3524028" h="985212">
                <a:moveTo>
                  <a:pt x="37891" y="0"/>
                </a:moveTo>
                <a:lnTo>
                  <a:pt x="3486137" y="0"/>
                </a:lnTo>
                <a:cubicBezTo>
                  <a:pt x="3507063" y="0"/>
                  <a:pt x="3524028" y="16964"/>
                  <a:pt x="3524028" y="37891"/>
                </a:cubicBezTo>
                <a:lnTo>
                  <a:pt x="3524028" y="947321"/>
                </a:lnTo>
                <a:cubicBezTo>
                  <a:pt x="3524028" y="968248"/>
                  <a:pt x="3507063" y="985212"/>
                  <a:pt x="3486137" y="985212"/>
                </a:cubicBezTo>
                <a:lnTo>
                  <a:pt x="37891" y="985212"/>
                </a:lnTo>
                <a:cubicBezTo>
                  <a:pt x="16964" y="985212"/>
                  <a:pt x="0" y="968248"/>
                  <a:pt x="0" y="947321"/>
                </a:cubicBezTo>
                <a:lnTo>
                  <a:pt x="0" y="37891"/>
                </a:lnTo>
                <a:cubicBezTo>
                  <a:pt x="0" y="16979"/>
                  <a:pt x="16979" y="0"/>
                  <a:pt x="3789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82070" y="2235674"/>
            <a:ext cx="378928" cy="378928"/>
          </a:xfrm>
          <a:custGeom>
            <a:avLst/>
            <a:gdLst/>
            <a:ahLst/>
            <a:cxn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88643" y="2339879"/>
            <a:ext cx="170517" cy="170517"/>
          </a:xfrm>
          <a:custGeom>
            <a:avLst/>
            <a:gdLst/>
            <a:ahLst/>
            <a:cxnLst/>
            <a:rect l="l" t="t" r="r" b="b"/>
            <a:pathLst>
              <a:path w="170517" h="170517">
                <a:moveTo>
                  <a:pt x="39965" y="18650"/>
                </a:moveTo>
                <a:cubicBezTo>
                  <a:pt x="39965" y="8359"/>
                  <a:pt x="48324" y="0"/>
                  <a:pt x="58615" y="0"/>
                </a:cubicBezTo>
                <a:lnTo>
                  <a:pt x="66608" y="0"/>
                </a:lnTo>
                <a:cubicBezTo>
                  <a:pt x="72503" y="0"/>
                  <a:pt x="77266" y="4763"/>
                  <a:pt x="77266" y="10657"/>
                </a:cubicBezTo>
                <a:lnTo>
                  <a:pt x="77266" y="159860"/>
                </a:lnTo>
                <a:cubicBezTo>
                  <a:pt x="77266" y="165755"/>
                  <a:pt x="72503" y="170517"/>
                  <a:pt x="66608" y="170517"/>
                </a:cubicBezTo>
                <a:lnTo>
                  <a:pt x="55951" y="170517"/>
                </a:lnTo>
                <a:cubicBezTo>
                  <a:pt x="46026" y="170517"/>
                  <a:pt x="37667" y="163723"/>
                  <a:pt x="35302" y="154531"/>
                </a:cubicBezTo>
                <a:cubicBezTo>
                  <a:pt x="35069" y="154531"/>
                  <a:pt x="34869" y="154531"/>
                  <a:pt x="34636" y="154531"/>
                </a:cubicBezTo>
                <a:cubicBezTo>
                  <a:pt x="19916" y="154531"/>
                  <a:pt x="7993" y="142609"/>
                  <a:pt x="7993" y="127888"/>
                </a:cubicBezTo>
                <a:cubicBezTo>
                  <a:pt x="7993" y="121893"/>
                  <a:pt x="9991" y="116365"/>
                  <a:pt x="13322" y="111902"/>
                </a:cubicBezTo>
                <a:cubicBezTo>
                  <a:pt x="6861" y="107040"/>
                  <a:pt x="2664" y="99313"/>
                  <a:pt x="2664" y="90587"/>
                </a:cubicBezTo>
                <a:cubicBezTo>
                  <a:pt x="2664" y="80296"/>
                  <a:pt x="8526" y="71338"/>
                  <a:pt x="17052" y="66908"/>
                </a:cubicBezTo>
                <a:cubicBezTo>
                  <a:pt x="14687" y="62912"/>
                  <a:pt x="13322" y="58249"/>
                  <a:pt x="13322" y="53287"/>
                </a:cubicBezTo>
                <a:cubicBezTo>
                  <a:pt x="13322" y="38566"/>
                  <a:pt x="25245" y="26643"/>
                  <a:pt x="39965" y="26643"/>
                </a:cubicBezTo>
                <a:lnTo>
                  <a:pt x="39965" y="18650"/>
                </a:lnTo>
                <a:close/>
                <a:moveTo>
                  <a:pt x="130552" y="18650"/>
                </a:moveTo>
                <a:lnTo>
                  <a:pt x="130552" y="26643"/>
                </a:lnTo>
                <a:cubicBezTo>
                  <a:pt x="145273" y="26643"/>
                  <a:pt x="157196" y="38566"/>
                  <a:pt x="157196" y="53287"/>
                </a:cubicBezTo>
                <a:cubicBezTo>
                  <a:pt x="157196" y="58282"/>
                  <a:pt x="155830" y="62945"/>
                  <a:pt x="153466" y="66908"/>
                </a:cubicBezTo>
                <a:cubicBezTo>
                  <a:pt x="162025" y="71338"/>
                  <a:pt x="167853" y="80263"/>
                  <a:pt x="167853" y="90587"/>
                </a:cubicBezTo>
                <a:cubicBezTo>
                  <a:pt x="167853" y="99313"/>
                  <a:pt x="163657" y="107040"/>
                  <a:pt x="157196" y="111902"/>
                </a:cubicBezTo>
                <a:cubicBezTo>
                  <a:pt x="160526" y="116365"/>
                  <a:pt x="162524" y="121893"/>
                  <a:pt x="162524" y="127888"/>
                </a:cubicBezTo>
                <a:cubicBezTo>
                  <a:pt x="162524" y="142609"/>
                  <a:pt x="150602" y="154531"/>
                  <a:pt x="135881" y="154531"/>
                </a:cubicBezTo>
                <a:cubicBezTo>
                  <a:pt x="135648" y="154531"/>
                  <a:pt x="135448" y="154531"/>
                  <a:pt x="135215" y="154531"/>
                </a:cubicBezTo>
                <a:cubicBezTo>
                  <a:pt x="132850" y="163723"/>
                  <a:pt x="124491" y="170517"/>
                  <a:pt x="114566" y="170517"/>
                </a:cubicBezTo>
                <a:lnTo>
                  <a:pt x="103909" y="170517"/>
                </a:lnTo>
                <a:cubicBezTo>
                  <a:pt x="98014" y="170517"/>
                  <a:pt x="93252" y="165755"/>
                  <a:pt x="93252" y="159860"/>
                </a:cubicBezTo>
                <a:lnTo>
                  <a:pt x="93252" y="10657"/>
                </a:lnTo>
                <a:cubicBezTo>
                  <a:pt x="93252" y="4763"/>
                  <a:pt x="98014" y="0"/>
                  <a:pt x="103909" y="0"/>
                </a:cubicBezTo>
                <a:lnTo>
                  <a:pt x="111902" y="0"/>
                </a:lnTo>
                <a:cubicBezTo>
                  <a:pt x="122193" y="0"/>
                  <a:pt x="130552" y="8359"/>
                  <a:pt x="130552" y="1865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4" name="Text 12"/>
          <p:cNvSpPr/>
          <p:nvPr/>
        </p:nvSpPr>
        <p:spPr>
          <a:xfrm>
            <a:off x="1174676" y="2197781"/>
            <a:ext cx="1600970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TensorFlow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74676" y="2463030"/>
            <a:ext cx="1582023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 Framework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2070" y="2728280"/>
            <a:ext cx="3372457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neural network development and training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47395" y="2084103"/>
            <a:ext cx="3524028" cy="985212"/>
          </a:xfrm>
          <a:custGeom>
            <a:avLst/>
            <a:gdLst/>
            <a:ahLst/>
            <a:cxnLst/>
            <a:rect l="l" t="t" r="r" b="b"/>
            <a:pathLst>
              <a:path w="3524028" h="985212">
                <a:moveTo>
                  <a:pt x="37891" y="0"/>
                </a:moveTo>
                <a:lnTo>
                  <a:pt x="3486137" y="0"/>
                </a:lnTo>
                <a:cubicBezTo>
                  <a:pt x="3507063" y="0"/>
                  <a:pt x="3524028" y="16964"/>
                  <a:pt x="3524028" y="37891"/>
                </a:cubicBezTo>
                <a:lnTo>
                  <a:pt x="3524028" y="947321"/>
                </a:lnTo>
                <a:cubicBezTo>
                  <a:pt x="3524028" y="968248"/>
                  <a:pt x="3507063" y="985212"/>
                  <a:pt x="3486137" y="985212"/>
                </a:cubicBezTo>
                <a:lnTo>
                  <a:pt x="37891" y="985212"/>
                </a:lnTo>
                <a:cubicBezTo>
                  <a:pt x="16964" y="985212"/>
                  <a:pt x="0" y="968248"/>
                  <a:pt x="0" y="947321"/>
                </a:cubicBezTo>
                <a:lnTo>
                  <a:pt x="0" y="37891"/>
                </a:lnTo>
                <a:cubicBezTo>
                  <a:pt x="0" y="16979"/>
                  <a:pt x="16979" y="0"/>
                  <a:pt x="3789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361073" y="2235674"/>
            <a:ext cx="378928" cy="378928"/>
          </a:xfrm>
          <a:custGeom>
            <a:avLst/>
            <a:gdLst/>
            <a:ahLst/>
            <a:cxn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467647" y="2339879"/>
            <a:ext cx="170517" cy="170517"/>
          </a:xfrm>
          <a:custGeom>
            <a:avLst/>
            <a:gdLst/>
            <a:ahLst/>
            <a:cxnLst/>
            <a:rect l="l" t="t" r="r" b="b"/>
            <a:pathLst>
              <a:path w="170517" h="170517">
                <a:moveTo>
                  <a:pt x="117197" y="93252"/>
                </a:moveTo>
                <a:lnTo>
                  <a:pt x="53620" y="93252"/>
                </a:lnTo>
                <a:cubicBezTo>
                  <a:pt x="54586" y="114733"/>
                  <a:pt x="59348" y="134516"/>
                  <a:pt x="66109" y="149003"/>
                </a:cubicBezTo>
                <a:cubicBezTo>
                  <a:pt x="69906" y="157163"/>
                  <a:pt x="74002" y="162924"/>
                  <a:pt x="77799" y="166454"/>
                </a:cubicBezTo>
                <a:cubicBezTo>
                  <a:pt x="81529" y="169951"/>
                  <a:pt x="84093" y="170517"/>
                  <a:pt x="85425" y="170517"/>
                </a:cubicBezTo>
                <a:cubicBezTo>
                  <a:pt x="86757" y="170517"/>
                  <a:pt x="89322" y="169951"/>
                  <a:pt x="93052" y="166454"/>
                </a:cubicBezTo>
                <a:cubicBezTo>
                  <a:pt x="96849" y="162924"/>
                  <a:pt x="100945" y="157129"/>
                  <a:pt x="104742" y="149003"/>
                </a:cubicBezTo>
                <a:cubicBezTo>
                  <a:pt x="111502" y="134516"/>
                  <a:pt x="116265" y="114733"/>
                  <a:pt x="117231" y="93252"/>
                </a:cubicBezTo>
                <a:close/>
                <a:moveTo>
                  <a:pt x="53586" y="77266"/>
                </a:moveTo>
                <a:lnTo>
                  <a:pt x="117164" y="77266"/>
                </a:lnTo>
                <a:cubicBezTo>
                  <a:pt x="116232" y="55785"/>
                  <a:pt x="111469" y="36002"/>
                  <a:pt x="104708" y="21515"/>
                </a:cubicBezTo>
                <a:cubicBezTo>
                  <a:pt x="100912" y="13388"/>
                  <a:pt x="96815" y="7593"/>
                  <a:pt x="93019" y="4063"/>
                </a:cubicBezTo>
                <a:cubicBezTo>
                  <a:pt x="89289" y="566"/>
                  <a:pt x="86724" y="0"/>
                  <a:pt x="85392" y="0"/>
                </a:cubicBezTo>
                <a:cubicBezTo>
                  <a:pt x="84060" y="0"/>
                  <a:pt x="81495" y="566"/>
                  <a:pt x="77765" y="4063"/>
                </a:cubicBezTo>
                <a:cubicBezTo>
                  <a:pt x="73969" y="7593"/>
                  <a:pt x="69872" y="13388"/>
                  <a:pt x="66076" y="21515"/>
                </a:cubicBezTo>
                <a:cubicBezTo>
                  <a:pt x="59315" y="36002"/>
                  <a:pt x="54552" y="55785"/>
                  <a:pt x="53586" y="77266"/>
                </a:cubicBezTo>
                <a:close/>
                <a:moveTo>
                  <a:pt x="37600" y="77266"/>
                </a:moveTo>
                <a:cubicBezTo>
                  <a:pt x="38766" y="48757"/>
                  <a:pt x="46126" y="22281"/>
                  <a:pt x="56884" y="4896"/>
                </a:cubicBezTo>
                <a:cubicBezTo>
                  <a:pt x="26210" y="15753"/>
                  <a:pt x="3630" y="43695"/>
                  <a:pt x="500" y="77266"/>
                </a:cubicBezTo>
                <a:lnTo>
                  <a:pt x="37600" y="77266"/>
                </a:lnTo>
                <a:close/>
                <a:moveTo>
                  <a:pt x="500" y="93252"/>
                </a:moveTo>
                <a:cubicBezTo>
                  <a:pt x="3630" y="126822"/>
                  <a:pt x="26210" y="154765"/>
                  <a:pt x="56884" y="165622"/>
                </a:cubicBezTo>
                <a:cubicBezTo>
                  <a:pt x="46126" y="148237"/>
                  <a:pt x="38766" y="121760"/>
                  <a:pt x="37600" y="93252"/>
                </a:cubicBezTo>
                <a:lnTo>
                  <a:pt x="500" y="93252"/>
                </a:lnTo>
                <a:close/>
                <a:moveTo>
                  <a:pt x="133183" y="93252"/>
                </a:moveTo>
                <a:cubicBezTo>
                  <a:pt x="132018" y="121760"/>
                  <a:pt x="124658" y="148237"/>
                  <a:pt x="113900" y="165622"/>
                </a:cubicBezTo>
                <a:cubicBezTo>
                  <a:pt x="144574" y="154731"/>
                  <a:pt x="167154" y="126822"/>
                  <a:pt x="170284" y="93252"/>
                </a:cubicBezTo>
                <a:lnTo>
                  <a:pt x="133183" y="93252"/>
                </a:lnTo>
                <a:close/>
                <a:moveTo>
                  <a:pt x="170284" y="77266"/>
                </a:moveTo>
                <a:cubicBezTo>
                  <a:pt x="167154" y="43695"/>
                  <a:pt x="144574" y="15753"/>
                  <a:pt x="113900" y="4896"/>
                </a:cubicBezTo>
                <a:cubicBezTo>
                  <a:pt x="124658" y="22281"/>
                  <a:pt x="132018" y="48757"/>
                  <a:pt x="133183" y="77266"/>
                </a:cubicBezTo>
                <a:lnTo>
                  <a:pt x="170284" y="77266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0" name="Text 18"/>
          <p:cNvSpPr/>
          <p:nvPr/>
        </p:nvSpPr>
        <p:spPr>
          <a:xfrm>
            <a:off x="4853679" y="2197781"/>
            <a:ext cx="1060998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Flask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53679" y="2463030"/>
            <a:ext cx="1042051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Framework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61073" y="2728280"/>
            <a:ext cx="3372457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Lightweight web server for user interface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8392" y="3220886"/>
            <a:ext cx="3524028" cy="985212"/>
          </a:xfrm>
          <a:custGeom>
            <a:avLst/>
            <a:gdLst/>
            <a:ahLst/>
            <a:cxnLst/>
            <a:rect l="l" t="t" r="r" b="b"/>
            <a:pathLst>
              <a:path w="3524028" h="985212">
                <a:moveTo>
                  <a:pt x="37891" y="0"/>
                </a:moveTo>
                <a:lnTo>
                  <a:pt x="3486137" y="0"/>
                </a:lnTo>
                <a:cubicBezTo>
                  <a:pt x="3507063" y="0"/>
                  <a:pt x="3524028" y="16964"/>
                  <a:pt x="3524028" y="37891"/>
                </a:cubicBezTo>
                <a:lnTo>
                  <a:pt x="3524028" y="947321"/>
                </a:lnTo>
                <a:cubicBezTo>
                  <a:pt x="3524028" y="968248"/>
                  <a:pt x="3507063" y="985212"/>
                  <a:pt x="3486137" y="985212"/>
                </a:cubicBezTo>
                <a:lnTo>
                  <a:pt x="37891" y="985212"/>
                </a:lnTo>
                <a:cubicBezTo>
                  <a:pt x="16964" y="985212"/>
                  <a:pt x="0" y="968248"/>
                  <a:pt x="0" y="947321"/>
                </a:cubicBezTo>
                <a:lnTo>
                  <a:pt x="0" y="37891"/>
                </a:lnTo>
                <a:cubicBezTo>
                  <a:pt x="0" y="16979"/>
                  <a:pt x="16979" y="0"/>
                  <a:pt x="3789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82070" y="3372457"/>
            <a:ext cx="378928" cy="378928"/>
          </a:xfrm>
          <a:custGeom>
            <a:avLst/>
            <a:gdLst/>
            <a:ahLst/>
            <a:cxn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77986" y="3476662"/>
            <a:ext cx="191832" cy="170517"/>
          </a:xfrm>
          <a:custGeom>
            <a:avLst/>
            <a:gdLst/>
            <a:ahLst/>
            <a:cxnLst/>
            <a:rect l="l" t="t" r="r" b="b"/>
            <a:pathLst>
              <a:path w="191832" h="170517">
                <a:moveTo>
                  <a:pt x="95916" y="10657"/>
                </a:moveTo>
                <a:cubicBezTo>
                  <a:pt x="69006" y="10657"/>
                  <a:pt x="47458" y="22913"/>
                  <a:pt x="31772" y="37501"/>
                </a:cubicBezTo>
                <a:cubicBezTo>
                  <a:pt x="16186" y="51988"/>
                  <a:pt x="5762" y="69273"/>
                  <a:pt x="799" y="81162"/>
                </a:cubicBezTo>
                <a:cubicBezTo>
                  <a:pt x="-300" y="83793"/>
                  <a:pt x="-300" y="86724"/>
                  <a:pt x="799" y="89355"/>
                </a:cubicBezTo>
                <a:cubicBezTo>
                  <a:pt x="5762" y="101245"/>
                  <a:pt x="16186" y="118563"/>
                  <a:pt x="31772" y="133017"/>
                </a:cubicBezTo>
                <a:cubicBezTo>
                  <a:pt x="47458" y="147571"/>
                  <a:pt x="69006" y="159860"/>
                  <a:pt x="95916" y="159860"/>
                </a:cubicBezTo>
                <a:cubicBezTo>
                  <a:pt x="122826" y="159860"/>
                  <a:pt x="144374" y="147604"/>
                  <a:pt x="160060" y="133017"/>
                </a:cubicBezTo>
                <a:cubicBezTo>
                  <a:pt x="175646" y="118530"/>
                  <a:pt x="186071" y="101245"/>
                  <a:pt x="191033" y="89355"/>
                </a:cubicBezTo>
                <a:cubicBezTo>
                  <a:pt x="192132" y="86724"/>
                  <a:pt x="192132" y="83793"/>
                  <a:pt x="191033" y="81162"/>
                </a:cubicBezTo>
                <a:cubicBezTo>
                  <a:pt x="186071" y="69273"/>
                  <a:pt x="175646" y="51955"/>
                  <a:pt x="160060" y="37501"/>
                </a:cubicBezTo>
                <a:cubicBezTo>
                  <a:pt x="144374" y="22947"/>
                  <a:pt x="122826" y="10657"/>
                  <a:pt x="95916" y="10657"/>
                </a:cubicBezTo>
                <a:close/>
                <a:moveTo>
                  <a:pt x="47958" y="85259"/>
                </a:moveTo>
                <a:cubicBezTo>
                  <a:pt x="47958" y="58790"/>
                  <a:pt x="69447" y="37301"/>
                  <a:pt x="95916" y="37301"/>
                </a:cubicBezTo>
                <a:cubicBezTo>
                  <a:pt x="122385" y="37301"/>
                  <a:pt x="143874" y="58790"/>
                  <a:pt x="143874" y="85259"/>
                </a:cubicBezTo>
                <a:cubicBezTo>
                  <a:pt x="143874" y="111728"/>
                  <a:pt x="122385" y="133217"/>
                  <a:pt x="95916" y="133217"/>
                </a:cubicBezTo>
                <a:cubicBezTo>
                  <a:pt x="69447" y="133217"/>
                  <a:pt x="47958" y="111728"/>
                  <a:pt x="47958" y="85259"/>
                </a:cubicBezTo>
                <a:close/>
                <a:moveTo>
                  <a:pt x="95916" y="63944"/>
                </a:moveTo>
                <a:cubicBezTo>
                  <a:pt x="95916" y="75700"/>
                  <a:pt x="86358" y="85259"/>
                  <a:pt x="74601" y="85259"/>
                </a:cubicBezTo>
                <a:cubicBezTo>
                  <a:pt x="70771" y="85259"/>
                  <a:pt x="67175" y="84260"/>
                  <a:pt x="64044" y="82461"/>
                </a:cubicBezTo>
                <a:cubicBezTo>
                  <a:pt x="63711" y="86091"/>
                  <a:pt x="64011" y="89821"/>
                  <a:pt x="65010" y="93518"/>
                </a:cubicBezTo>
                <a:cubicBezTo>
                  <a:pt x="69572" y="110570"/>
                  <a:pt x="87124" y="120694"/>
                  <a:pt x="104176" y="116132"/>
                </a:cubicBezTo>
                <a:cubicBezTo>
                  <a:pt x="121227" y="111569"/>
                  <a:pt x="131352" y="94018"/>
                  <a:pt x="126789" y="76966"/>
                </a:cubicBezTo>
                <a:cubicBezTo>
                  <a:pt x="122726" y="61746"/>
                  <a:pt x="108305" y="52054"/>
                  <a:pt x="93119" y="53387"/>
                </a:cubicBezTo>
                <a:cubicBezTo>
                  <a:pt x="94884" y="56484"/>
                  <a:pt x="95916" y="60081"/>
                  <a:pt x="95916" y="63944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6" name="Text 24"/>
          <p:cNvSpPr/>
          <p:nvPr/>
        </p:nvSpPr>
        <p:spPr>
          <a:xfrm>
            <a:off x="1174676" y="3334564"/>
            <a:ext cx="1051524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OpenCV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74676" y="3599814"/>
            <a:ext cx="1032578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 Vision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2070" y="3865063"/>
            <a:ext cx="3372457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 processing and manipulation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47395" y="3220886"/>
            <a:ext cx="3524028" cy="985212"/>
          </a:xfrm>
          <a:custGeom>
            <a:avLst/>
            <a:gdLst/>
            <a:ahLst/>
            <a:cxnLst/>
            <a:rect l="l" t="t" r="r" b="b"/>
            <a:pathLst>
              <a:path w="3524028" h="985212">
                <a:moveTo>
                  <a:pt x="37891" y="0"/>
                </a:moveTo>
                <a:lnTo>
                  <a:pt x="3486137" y="0"/>
                </a:lnTo>
                <a:cubicBezTo>
                  <a:pt x="3507063" y="0"/>
                  <a:pt x="3524028" y="16964"/>
                  <a:pt x="3524028" y="37891"/>
                </a:cubicBezTo>
                <a:lnTo>
                  <a:pt x="3524028" y="947321"/>
                </a:lnTo>
                <a:cubicBezTo>
                  <a:pt x="3524028" y="968248"/>
                  <a:pt x="3507063" y="985212"/>
                  <a:pt x="3486137" y="985212"/>
                </a:cubicBezTo>
                <a:lnTo>
                  <a:pt x="37891" y="985212"/>
                </a:lnTo>
                <a:cubicBezTo>
                  <a:pt x="16964" y="985212"/>
                  <a:pt x="0" y="968248"/>
                  <a:pt x="0" y="947321"/>
                </a:cubicBezTo>
                <a:lnTo>
                  <a:pt x="0" y="37891"/>
                </a:lnTo>
                <a:cubicBezTo>
                  <a:pt x="0" y="16979"/>
                  <a:pt x="16979" y="0"/>
                  <a:pt x="3789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361073" y="3372457"/>
            <a:ext cx="378928" cy="378928"/>
          </a:xfrm>
          <a:custGeom>
            <a:avLst/>
            <a:gdLst/>
            <a:ahLst/>
            <a:cxn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446332" y="3476662"/>
            <a:ext cx="213147" cy="170517"/>
          </a:xfrm>
          <a:custGeom>
            <a:avLst/>
            <a:gdLst/>
            <a:ahLst/>
            <a:cxnLst/>
            <a:rect l="l" t="t" r="r" b="b"/>
            <a:pathLst>
              <a:path w="213147" h="170517">
                <a:moveTo>
                  <a:pt x="45294" y="42629"/>
                </a:moveTo>
                <a:cubicBezTo>
                  <a:pt x="45294" y="20572"/>
                  <a:pt x="63201" y="2664"/>
                  <a:pt x="85259" y="2664"/>
                </a:cubicBezTo>
                <a:cubicBezTo>
                  <a:pt x="107316" y="2664"/>
                  <a:pt x="125224" y="20572"/>
                  <a:pt x="125224" y="42629"/>
                </a:cubicBezTo>
                <a:cubicBezTo>
                  <a:pt x="125224" y="64687"/>
                  <a:pt x="107316" y="82594"/>
                  <a:pt x="85259" y="82594"/>
                </a:cubicBezTo>
                <a:cubicBezTo>
                  <a:pt x="63201" y="82594"/>
                  <a:pt x="45294" y="64687"/>
                  <a:pt x="45294" y="42629"/>
                </a:cubicBezTo>
                <a:close/>
                <a:moveTo>
                  <a:pt x="15986" y="160626"/>
                </a:moveTo>
                <a:cubicBezTo>
                  <a:pt x="15986" y="127822"/>
                  <a:pt x="42563" y="101245"/>
                  <a:pt x="75367" y="101245"/>
                </a:cubicBezTo>
                <a:lnTo>
                  <a:pt x="95150" y="101245"/>
                </a:lnTo>
                <a:cubicBezTo>
                  <a:pt x="127955" y="101245"/>
                  <a:pt x="154531" y="127822"/>
                  <a:pt x="154531" y="160626"/>
                </a:cubicBezTo>
                <a:cubicBezTo>
                  <a:pt x="154531" y="166088"/>
                  <a:pt x="150102" y="170517"/>
                  <a:pt x="144640" y="170517"/>
                </a:cubicBezTo>
                <a:lnTo>
                  <a:pt x="25877" y="170517"/>
                </a:lnTo>
                <a:cubicBezTo>
                  <a:pt x="20415" y="170517"/>
                  <a:pt x="15986" y="166088"/>
                  <a:pt x="15986" y="160626"/>
                </a:cubicBezTo>
                <a:close/>
                <a:moveTo>
                  <a:pt x="203955" y="44195"/>
                </a:moveTo>
                <a:lnTo>
                  <a:pt x="177312" y="86824"/>
                </a:lnTo>
                <a:cubicBezTo>
                  <a:pt x="175913" y="89055"/>
                  <a:pt x="173515" y="90454"/>
                  <a:pt x="170884" y="90587"/>
                </a:cubicBezTo>
                <a:cubicBezTo>
                  <a:pt x="168253" y="90721"/>
                  <a:pt x="165722" y="89522"/>
                  <a:pt x="164156" y="87390"/>
                </a:cubicBezTo>
                <a:lnTo>
                  <a:pt x="148170" y="66076"/>
                </a:lnTo>
                <a:cubicBezTo>
                  <a:pt x="145506" y="62545"/>
                  <a:pt x="146239" y="57550"/>
                  <a:pt x="149769" y="54885"/>
                </a:cubicBezTo>
                <a:cubicBezTo>
                  <a:pt x="153299" y="52221"/>
                  <a:pt x="158295" y="52954"/>
                  <a:pt x="160959" y="56484"/>
                </a:cubicBezTo>
                <a:lnTo>
                  <a:pt x="169951" y="68473"/>
                </a:lnTo>
                <a:lnTo>
                  <a:pt x="190400" y="35735"/>
                </a:lnTo>
                <a:cubicBezTo>
                  <a:pt x="192731" y="32005"/>
                  <a:pt x="197660" y="30840"/>
                  <a:pt x="201424" y="33204"/>
                </a:cubicBezTo>
                <a:cubicBezTo>
                  <a:pt x="205187" y="35569"/>
                  <a:pt x="206319" y="40465"/>
                  <a:pt x="203955" y="44228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2" name="Text 30"/>
          <p:cNvSpPr/>
          <p:nvPr/>
        </p:nvSpPr>
        <p:spPr>
          <a:xfrm>
            <a:off x="4853679" y="3334564"/>
            <a:ext cx="937846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MTCNN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853679" y="3599814"/>
            <a:ext cx="918900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 Detection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361073" y="3865063"/>
            <a:ext cx="3372457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facial region localization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78928" y="4509240"/>
            <a:ext cx="7550135" cy="2349352"/>
          </a:xfrm>
          <a:custGeom>
            <a:avLst/>
            <a:gdLst/>
            <a:ahLst/>
            <a:cxnLst/>
            <a:rect l="l" t="t" r="r" b="b"/>
            <a:pathLst>
              <a:path w="7550135" h="2349352">
                <a:moveTo>
                  <a:pt x="75790" y="0"/>
                </a:moveTo>
                <a:lnTo>
                  <a:pt x="7474345" y="0"/>
                </a:lnTo>
                <a:cubicBezTo>
                  <a:pt x="7516203" y="0"/>
                  <a:pt x="7550135" y="33932"/>
                  <a:pt x="7550135" y="75790"/>
                </a:cubicBezTo>
                <a:lnTo>
                  <a:pt x="7550135" y="2273562"/>
                </a:lnTo>
                <a:cubicBezTo>
                  <a:pt x="7550135" y="2315420"/>
                  <a:pt x="7516203" y="2349352"/>
                  <a:pt x="7474345" y="2349352"/>
                </a:cubicBezTo>
                <a:lnTo>
                  <a:pt x="75790" y="2349352"/>
                </a:lnTo>
                <a:cubicBezTo>
                  <a:pt x="33932" y="2349352"/>
                  <a:pt x="0" y="2315420"/>
                  <a:pt x="0" y="2273562"/>
                </a:cubicBezTo>
                <a:lnTo>
                  <a:pt x="0" y="75790"/>
                </a:lnTo>
                <a:cubicBezTo>
                  <a:pt x="0" y="33960"/>
                  <a:pt x="33960" y="0"/>
                  <a:pt x="7579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30499" y="4660811"/>
            <a:ext cx="7360671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Supporting Libraries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30499" y="5115524"/>
            <a:ext cx="2339879" cy="947319"/>
          </a:xfrm>
          <a:custGeom>
            <a:avLst/>
            <a:gdLst/>
            <a:ahLst/>
            <a:cxnLst/>
            <a:rect l="l" t="t" r="r" b="b"/>
            <a:pathLst>
              <a:path w="2339879" h="947319">
                <a:moveTo>
                  <a:pt x="37893" y="0"/>
                </a:moveTo>
                <a:lnTo>
                  <a:pt x="2301986" y="0"/>
                </a:lnTo>
                <a:cubicBezTo>
                  <a:pt x="2322914" y="0"/>
                  <a:pt x="2339879" y="16965"/>
                  <a:pt x="2339879" y="37893"/>
                </a:cubicBezTo>
                <a:lnTo>
                  <a:pt x="2339879" y="909427"/>
                </a:lnTo>
                <a:cubicBezTo>
                  <a:pt x="2339879" y="930354"/>
                  <a:pt x="2322914" y="947319"/>
                  <a:pt x="2301986" y="947319"/>
                </a:cubicBezTo>
                <a:lnTo>
                  <a:pt x="37893" y="947319"/>
                </a:lnTo>
                <a:cubicBezTo>
                  <a:pt x="16965" y="947319"/>
                  <a:pt x="0" y="930354"/>
                  <a:pt x="0" y="909427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572106" y="5229203"/>
            <a:ext cx="255776" cy="227357"/>
          </a:xfrm>
          <a:custGeom>
            <a:avLst/>
            <a:gdLst/>
            <a:ahLst/>
            <a:cxnLst/>
            <a:rect l="l" t="t" r="r" b="b"/>
            <a:pathLst>
              <a:path w="255776" h="227357">
                <a:moveTo>
                  <a:pt x="42629" y="0"/>
                </a:moveTo>
                <a:cubicBezTo>
                  <a:pt x="26954" y="0"/>
                  <a:pt x="14210" y="12744"/>
                  <a:pt x="14210" y="28420"/>
                </a:cubicBezTo>
                <a:lnTo>
                  <a:pt x="14210" y="198937"/>
                </a:lnTo>
                <a:cubicBezTo>
                  <a:pt x="14210" y="214612"/>
                  <a:pt x="26954" y="227357"/>
                  <a:pt x="42629" y="227357"/>
                </a:cubicBezTo>
                <a:lnTo>
                  <a:pt x="78154" y="227357"/>
                </a:lnTo>
                <a:lnTo>
                  <a:pt x="78154" y="177622"/>
                </a:lnTo>
                <a:cubicBezTo>
                  <a:pt x="78154" y="161947"/>
                  <a:pt x="90898" y="149203"/>
                  <a:pt x="106573" y="149203"/>
                </a:cubicBezTo>
                <a:lnTo>
                  <a:pt x="184727" y="149203"/>
                </a:lnTo>
                <a:lnTo>
                  <a:pt x="184727" y="75712"/>
                </a:lnTo>
                <a:cubicBezTo>
                  <a:pt x="184727" y="68163"/>
                  <a:pt x="181752" y="60924"/>
                  <a:pt x="176423" y="55596"/>
                </a:cubicBezTo>
                <a:lnTo>
                  <a:pt x="129087" y="8304"/>
                </a:lnTo>
                <a:cubicBezTo>
                  <a:pt x="123758" y="2975"/>
                  <a:pt x="116565" y="0"/>
                  <a:pt x="109016" y="0"/>
                </a:cubicBezTo>
                <a:lnTo>
                  <a:pt x="42629" y="0"/>
                </a:lnTo>
                <a:close/>
                <a:moveTo>
                  <a:pt x="158750" y="78154"/>
                </a:moveTo>
                <a:lnTo>
                  <a:pt x="117231" y="78154"/>
                </a:lnTo>
                <a:cubicBezTo>
                  <a:pt x="111325" y="78154"/>
                  <a:pt x="106573" y="73402"/>
                  <a:pt x="106573" y="67497"/>
                </a:cubicBezTo>
                <a:lnTo>
                  <a:pt x="106573" y="25977"/>
                </a:lnTo>
                <a:lnTo>
                  <a:pt x="158750" y="78154"/>
                </a:lnTo>
                <a:close/>
                <a:moveTo>
                  <a:pt x="106573" y="168741"/>
                </a:moveTo>
                <a:cubicBezTo>
                  <a:pt x="101689" y="168741"/>
                  <a:pt x="97692" y="172738"/>
                  <a:pt x="97692" y="177622"/>
                </a:cubicBezTo>
                <a:lnTo>
                  <a:pt x="97692" y="234462"/>
                </a:lnTo>
                <a:cubicBezTo>
                  <a:pt x="97692" y="239346"/>
                  <a:pt x="101689" y="243343"/>
                  <a:pt x="106573" y="243343"/>
                </a:cubicBezTo>
                <a:cubicBezTo>
                  <a:pt x="111458" y="243343"/>
                  <a:pt x="115455" y="239346"/>
                  <a:pt x="115455" y="234462"/>
                </a:cubicBezTo>
                <a:lnTo>
                  <a:pt x="115455" y="222028"/>
                </a:lnTo>
                <a:lnTo>
                  <a:pt x="120783" y="222028"/>
                </a:lnTo>
                <a:cubicBezTo>
                  <a:pt x="135481" y="222028"/>
                  <a:pt x="147427" y="210083"/>
                  <a:pt x="147427" y="195385"/>
                </a:cubicBezTo>
                <a:cubicBezTo>
                  <a:pt x="147427" y="180686"/>
                  <a:pt x="135481" y="168741"/>
                  <a:pt x="120783" y="168741"/>
                </a:cubicBezTo>
                <a:lnTo>
                  <a:pt x="106573" y="168741"/>
                </a:lnTo>
                <a:close/>
                <a:moveTo>
                  <a:pt x="120783" y="204266"/>
                </a:moveTo>
                <a:lnTo>
                  <a:pt x="115455" y="204266"/>
                </a:lnTo>
                <a:lnTo>
                  <a:pt x="115455" y="186503"/>
                </a:lnTo>
                <a:lnTo>
                  <a:pt x="120783" y="186503"/>
                </a:lnTo>
                <a:cubicBezTo>
                  <a:pt x="125668" y="186503"/>
                  <a:pt x="129664" y="190500"/>
                  <a:pt x="129664" y="195385"/>
                </a:cubicBezTo>
                <a:cubicBezTo>
                  <a:pt x="129664" y="200269"/>
                  <a:pt x="125668" y="204266"/>
                  <a:pt x="120783" y="204266"/>
                </a:cubicBezTo>
                <a:close/>
                <a:moveTo>
                  <a:pt x="163413" y="168741"/>
                </a:moveTo>
                <a:cubicBezTo>
                  <a:pt x="158528" y="168741"/>
                  <a:pt x="154531" y="172738"/>
                  <a:pt x="154531" y="177622"/>
                </a:cubicBezTo>
                <a:lnTo>
                  <a:pt x="154531" y="234462"/>
                </a:lnTo>
                <a:cubicBezTo>
                  <a:pt x="154531" y="239346"/>
                  <a:pt x="158528" y="243343"/>
                  <a:pt x="163413" y="243343"/>
                </a:cubicBezTo>
                <a:lnTo>
                  <a:pt x="177622" y="243343"/>
                </a:lnTo>
                <a:cubicBezTo>
                  <a:pt x="190367" y="243343"/>
                  <a:pt x="200713" y="232996"/>
                  <a:pt x="200713" y="220252"/>
                </a:cubicBezTo>
                <a:lnTo>
                  <a:pt x="200713" y="191832"/>
                </a:lnTo>
                <a:cubicBezTo>
                  <a:pt x="200713" y="179088"/>
                  <a:pt x="190367" y="168741"/>
                  <a:pt x="177622" y="168741"/>
                </a:cubicBezTo>
                <a:lnTo>
                  <a:pt x="163413" y="168741"/>
                </a:lnTo>
                <a:close/>
                <a:moveTo>
                  <a:pt x="172294" y="225580"/>
                </a:moveTo>
                <a:lnTo>
                  <a:pt x="172294" y="186503"/>
                </a:lnTo>
                <a:lnTo>
                  <a:pt x="177622" y="186503"/>
                </a:lnTo>
                <a:cubicBezTo>
                  <a:pt x="180553" y="186503"/>
                  <a:pt x="182951" y="188901"/>
                  <a:pt x="182951" y="191832"/>
                </a:cubicBezTo>
                <a:lnTo>
                  <a:pt x="182951" y="220252"/>
                </a:lnTo>
                <a:cubicBezTo>
                  <a:pt x="182951" y="223183"/>
                  <a:pt x="180553" y="225580"/>
                  <a:pt x="177622" y="225580"/>
                </a:cubicBezTo>
                <a:lnTo>
                  <a:pt x="172294" y="225580"/>
                </a:lnTo>
                <a:close/>
                <a:moveTo>
                  <a:pt x="211371" y="177622"/>
                </a:moveTo>
                <a:lnTo>
                  <a:pt x="211371" y="234462"/>
                </a:lnTo>
                <a:cubicBezTo>
                  <a:pt x="211371" y="239346"/>
                  <a:pt x="215367" y="243343"/>
                  <a:pt x="220252" y="243343"/>
                </a:cubicBezTo>
                <a:cubicBezTo>
                  <a:pt x="225136" y="243343"/>
                  <a:pt x="229133" y="239346"/>
                  <a:pt x="229133" y="234462"/>
                </a:cubicBezTo>
                <a:lnTo>
                  <a:pt x="229133" y="214923"/>
                </a:lnTo>
                <a:lnTo>
                  <a:pt x="241566" y="214923"/>
                </a:lnTo>
                <a:cubicBezTo>
                  <a:pt x="246451" y="214923"/>
                  <a:pt x="250448" y="210927"/>
                  <a:pt x="250448" y="206042"/>
                </a:cubicBezTo>
                <a:cubicBezTo>
                  <a:pt x="250448" y="201157"/>
                  <a:pt x="246451" y="197161"/>
                  <a:pt x="241566" y="197161"/>
                </a:cubicBezTo>
                <a:lnTo>
                  <a:pt x="229133" y="197161"/>
                </a:lnTo>
                <a:lnTo>
                  <a:pt x="229133" y="186503"/>
                </a:lnTo>
                <a:lnTo>
                  <a:pt x="241566" y="186503"/>
                </a:lnTo>
                <a:cubicBezTo>
                  <a:pt x="246451" y="186503"/>
                  <a:pt x="250448" y="182507"/>
                  <a:pt x="250448" y="177622"/>
                </a:cubicBezTo>
                <a:cubicBezTo>
                  <a:pt x="250448" y="172738"/>
                  <a:pt x="246451" y="168741"/>
                  <a:pt x="241566" y="168741"/>
                </a:cubicBezTo>
                <a:lnTo>
                  <a:pt x="220252" y="168741"/>
                </a:lnTo>
                <a:cubicBezTo>
                  <a:pt x="215367" y="168741"/>
                  <a:pt x="211371" y="172738"/>
                  <a:pt x="211371" y="177622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9" name="Text 37"/>
          <p:cNvSpPr/>
          <p:nvPr/>
        </p:nvSpPr>
        <p:spPr>
          <a:xfrm>
            <a:off x="606284" y="5532345"/>
            <a:ext cx="2188308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3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ReportLab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11021" y="5759702"/>
            <a:ext cx="2178834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PDF generation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2983168" y="5115524"/>
            <a:ext cx="2339879" cy="947319"/>
          </a:xfrm>
          <a:custGeom>
            <a:avLst/>
            <a:gdLst/>
            <a:ahLst/>
            <a:cxnLst/>
            <a:rect l="l" t="t" r="r" b="b"/>
            <a:pathLst>
              <a:path w="2339879" h="947319">
                <a:moveTo>
                  <a:pt x="37893" y="0"/>
                </a:moveTo>
                <a:lnTo>
                  <a:pt x="2301986" y="0"/>
                </a:lnTo>
                <a:cubicBezTo>
                  <a:pt x="2322914" y="0"/>
                  <a:pt x="2339879" y="16965"/>
                  <a:pt x="2339879" y="37893"/>
                </a:cubicBezTo>
                <a:lnTo>
                  <a:pt x="2339879" y="909427"/>
                </a:lnTo>
                <a:cubicBezTo>
                  <a:pt x="2339879" y="930354"/>
                  <a:pt x="2322914" y="947319"/>
                  <a:pt x="2301986" y="947319"/>
                </a:cubicBezTo>
                <a:lnTo>
                  <a:pt x="37893" y="947319"/>
                </a:lnTo>
                <a:cubicBezTo>
                  <a:pt x="16965" y="947319"/>
                  <a:pt x="0" y="930354"/>
                  <a:pt x="0" y="909427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038985" y="5229203"/>
            <a:ext cx="227357" cy="227357"/>
          </a:xfrm>
          <a:custGeom>
            <a:avLst/>
            <a:gdLst/>
            <a:ahLst/>
            <a:cxnLst/>
            <a:rect l="l" t="t" r="r" b="b"/>
            <a:pathLst>
              <a:path w="227357" h="227357">
                <a:moveTo>
                  <a:pt x="14210" y="14210"/>
                </a:moveTo>
                <a:cubicBezTo>
                  <a:pt x="22070" y="14210"/>
                  <a:pt x="28420" y="20560"/>
                  <a:pt x="28420" y="28420"/>
                </a:cubicBezTo>
                <a:lnTo>
                  <a:pt x="28420" y="177622"/>
                </a:lnTo>
                <a:cubicBezTo>
                  <a:pt x="28420" y="181530"/>
                  <a:pt x="31617" y="184727"/>
                  <a:pt x="35524" y="184727"/>
                </a:cubicBezTo>
                <a:lnTo>
                  <a:pt x="213147" y="184727"/>
                </a:lnTo>
                <a:cubicBezTo>
                  <a:pt x="221007" y="184727"/>
                  <a:pt x="227357" y="191077"/>
                  <a:pt x="227357" y="198937"/>
                </a:cubicBezTo>
                <a:cubicBezTo>
                  <a:pt x="227357" y="206797"/>
                  <a:pt x="221007" y="213147"/>
                  <a:pt x="213147" y="213147"/>
                </a:cubicBezTo>
                <a:lnTo>
                  <a:pt x="35524" y="213147"/>
                </a:lnTo>
                <a:cubicBezTo>
                  <a:pt x="15897" y="213147"/>
                  <a:pt x="0" y="197250"/>
                  <a:pt x="0" y="177622"/>
                </a:cubicBezTo>
                <a:lnTo>
                  <a:pt x="0" y="28420"/>
                </a:lnTo>
                <a:cubicBezTo>
                  <a:pt x="0" y="20560"/>
                  <a:pt x="6350" y="14210"/>
                  <a:pt x="14210" y="14210"/>
                </a:cubicBezTo>
                <a:close/>
                <a:moveTo>
                  <a:pt x="56839" y="42629"/>
                </a:moveTo>
                <a:cubicBezTo>
                  <a:pt x="56839" y="34770"/>
                  <a:pt x="63189" y="28420"/>
                  <a:pt x="71049" y="28420"/>
                </a:cubicBezTo>
                <a:lnTo>
                  <a:pt x="156308" y="28420"/>
                </a:lnTo>
                <a:cubicBezTo>
                  <a:pt x="164167" y="28420"/>
                  <a:pt x="170517" y="34770"/>
                  <a:pt x="170517" y="42629"/>
                </a:cubicBezTo>
                <a:cubicBezTo>
                  <a:pt x="170517" y="50489"/>
                  <a:pt x="164167" y="56839"/>
                  <a:pt x="156308" y="56839"/>
                </a:cubicBezTo>
                <a:lnTo>
                  <a:pt x="71049" y="56839"/>
                </a:lnTo>
                <a:cubicBezTo>
                  <a:pt x="63189" y="56839"/>
                  <a:pt x="56839" y="50489"/>
                  <a:pt x="56839" y="42629"/>
                </a:cubicBezTo>
                <a:close/>
                <a:moveTo>
                  <a:pt x="71049" y="78154"/>
                </a:moveTo>
                <a:lnTo>
                  <a:pt x="127888" y="78154"/>
                </a:lnTo>
                <a:cubicBezTo>
                  <a:pt x="135748" y="78154"/>
                  <a:pt x="142098" y="84504"/>
                  <a:pt x="142098" y="92364"/>
                </a:cubicBezTo>
                <a:cubicBezTo>
                  <a:pt x="142098" y="100223"/>
                  <a:pt x="135748" y="106573"/>
                  <a:pt x="127888" y="106573"/>
                </a:cubicBezTo>
                <a:lnTo>
                  <a:pt x="71049" y="106573"/>
                </a:lnTo>
                <a:cubicBezTo>
                  <a:pt x="63189" y="106573"/>
                  <a:pt x="56839" y="100223"/>
                  <a:pt x="56839" y="92364"/>
                </a:cubicBezTo>
                <a:cubicBezTo>
                  <a:pt x="56839" y="84504"/>
                  <a:pt x="63189" y="78154"/>
                  <a:pt x="71049" y="78154"/>
                </a:cubicBezTo>
                <a:close/>
                <a:moveTo>
                  <a:pt x="71049" y="127888"/>
                </a:moveTo>
                <a:lnTo>
                  <a:pt x="184727" y="127888"/>
                </a:lnTo>
                <a:cubicBezTo>
                  <a:pt x="192587" y="127888"/>
                  <a:pt x="198937" y="134238"/>
                  <a:pt x="198937" y="142098"/>
                </a:cubicBezTo>
                <a:cubicBezTo>
                  <a:pt x="198937" y="149958"/>
                  <a:pt x="192587" y="156308"/>
                  <a:pt x="184727" y="156308"/>
                </a:cubicBezTo>
                <a:lnTo>
                  <a:pt x="71049" y="156308"/>
                </a:lnTo>
                <a:cubicBezTo>
                  <a:pt x="63189" y="156308"/>
                  <a:pt x="56839" y="149958"/>
                  <a:pt x="56839" y="142098"/>
                </a:cubicBezTo>
                <a:cubicBezTo>
                  <a:pt x="56839" y="134238"/>
                  <a:pt x="63189" y="127888"/>
                  <a:pt x="71049" y="127888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3" name="Text 41"/>
          <p:cNvSpPr/>
          <p:nvPr/>
        </p:nvSpPr>
        <p:spPr>
          <a:xfrm>
            <a:off x="3058953" y="5532345"/>
            <a:ext cx="2188308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3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NumPy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063690" y="5759702"/>
            <a:ext cx="2178834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Numerical computing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435837" y="5115524"/>
            <a:ext cx="2339879" cy="947319"/>
          </a:xfrm>
          <a:custGeom>
            <a:avLst/>
            <a:gdLst/>
            <a:ahLst/>
            <a:cxnLst/>
            <a:rect l="l" t="t" r="r" b="b"/>
            <a:pathLst>
              <a:path w="2339879" h="947319">
                <a:moveTo>
                  <a:pt x="37893" y="0"/>
                </a:moveTo>
                <a:lnTo>
                  <a:pt x="2301986" y="0"/>
                </a:lnTo>
                <a:cubicBezTo>
                  <a:pt x="2322914" y="0"/>
                  <a:pt x="2339879" y="16965"/>
                  <a:pt x="2339879" y="37893"/>
                </a:cubicBezTo>
                <a:lnTo>
                  <a:pt x="2339879" y="909427"/>
                </a:lnTo>
                <a:cubicBezTo>
                  <a:pt x="2339879" y="930354"/>
                  <a:pt x="2322914" y="947319"/>
                  <a:pt x="2301986" y="947319"/>
                </a:cubicBezTo>
                <a:lnTo>
                  <a:pt x="37893" y="947319"/>
                </a:lnTo>
                <a:cubicBezTo>
                  <a:pt x="16965" y="947319"/>
                  <a:pt x="0" y="930354"/>
                  <a:pt x="0" y="909427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505864" y="5229203"/>
            <a:ext cx="198937" cy="227357"/>
          </a:xfrm>
          <a:custGeom>
            <a:avLst/>
            <a:gdLst/>
            <a:ahLst/>
            <a:cxnLst/>
            <a:rect l="l" t="t" r="r" b="b"/>
            <a:pathLst>
              <a:path w="198937" h="227357">
                <a:moveTo>
                  <a:pt x="113678" y="71049"/>
                </a:moveTo>
                <a:lnTo>
                  <a:pt x="113678" y="113678"/>
                </a:lnTo>
                <a:lnTo>
                  <a:pt x="170517" y="113678"/>
                </a:lnTo>
                <a:lnTo>
                  <a:pt x="170517" y="71049"/>
                </a:lnTo>
                <a:lnTo>
                  <a:pt x="113678" y="71049"/>
                </a:lnTo>
                <a:close/>
                <a:moveTo>
                  <a:pt x="85259" y="71049"/>
                </a:moveTo>
                <a:lnTo>
                  <a:pt x="28420" y="71049"/>
                </a:lnTo>
                <a:lnTo>
                  <a:pt x="28420" y="113678"/>
                </a:lnTo>
                <a:lnTo>
                  <a:pt x="85259" y="113678"/>
                </a:lnTo>
                <a:lnTo>
                  <a:pt x="85259" y="71049"/>
                </a:lnTo>
                <a:close/>
                <a:moveTo>
                  <a:pt x="0" y="142098"/>
                </a:moveTo>
                <a:lnTo>
                  <a:pt x="0" y="42629"/>
                </a:lnTo>
                <a:cubicBezTo>
                  <a:pt x="0" y="26954"/>
                  <a:pt x="12744" y="14210"/>
                  <a:pt x="28420" y="14210"/>
                </a:cubicBezTo>
                <a:lnTo>
                  <a:pt x="170517" y="14210"/>
                </a:lnTo>
                <a:cubicBezTo>
                  <a:pt x="186193" y="14210"/>
                  <a:pt x="198937" y="26954"/>
                  <a:pt x="198937" y="42629"/>
                </a:cubicBezTo>
                <a:lnTo>
                  <a:pt x="198937" y="184727"/>
                </a:lnTo>
                <a:cubicBezTo>
                  <a:pt x="198937" y="200402"/>
                  <a:pt x="186193" y="213147"/>
                  <a:pt x="170517" y="213147"/>
                </a:cubicBezTo>
                <a:lnTo>
                  <a:pt x="28420" y="213147"/>
                </a:lnTo>
                <a:cubicBezTo>
                  <a:pt x="12744" y="213147"/>
                  <a:pt x="0" y="200402"/>
                  <a:pt x="0" y="184727"/>
                </a:cubicBezTo>
                <a:lnTo>
                  <a:pt x="0" y="142098"/>
                </a:lnTo>
                <a:close/>
                <a:moveTo>
                  <a:pt x="170517" y="142098"/>
                </a:moveTo>
                <a:lnTo>
                  <a:pt x="113678" y="142098"/>
                </a:lnTo>
                <a:lnTo>
                  <a:pt x="113678" y="184727"/>
                </a:lnTo>
                <a:lnTo>
                  <a:pt x="170517" y="184727"/>
                </a:lnTo>
                <a:lnTo>
                  <a:pt x="170517" y="142098"/>
                </a:lnTo>
                <a:close/>
                <a:moveTo>
                  <a:pt x="85259" y="184727"/>
                </a:moveTo>
                <a:lnTo>
                  <a:pt x="85259" y="142098"/>
                </a:lnTo>
                <a:lnTo>
                  <a:pt x="28420" y="142098"/>
                </a:lnTo>
                <a:lnTo>
                  <a:pt x="28420" y="184727"/>
                </a:lnTo>
                <a:lnTo>
                  <a:pt x="85259" y="184727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7" name="Text 45"/>
          <p:cNvSpPr/>
          <p:nvPr/>
        </p:nvSpPr>
        <p:spPr>
          <a:xfrm>
            <a:off x="5511622" y="5532345"/>
            <a:ext cx="2188308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3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Pandas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516359" y="5759702"/>
            <a:ext cx="2178834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manipulation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163376" y="1487291"/>
            <a:ext cx="3637706" cy="3012476"/>
          </a:xfrm>
          <a:custGeom>
            <a:avLst/>
            <a:gdLst/>
            <a:ahLst/>
            <a:cxnLst/>
            <a:rect l="l" t="t" r="r" b="b"/>
            <a:pathLst>
              <a:path w="3637706" h="3012476">
                <a:moveTo>
                  <a:pt x="75794" y="0"/>
                </a:moveTo>
                <a:lnTo>
                  <a:pt x="3561912" y="0"/>
                </a:lnTo>
                <a:cubicBezTo>
                  <a:pt x="3603772" y="0"/>
                  <a:pt x="3637706" y="33934"/>
                  <a:pt x="3637706" y="75794"/>
                </a:cubicBezTo>
                <a:lnTo>
                  <a:pt x="3637706" y="2936682"/>
                </a:lnTo>
                <a:cubicBezTo>
                  <a:pt x="3637706" y="2978541"/>
                  <a:pt x="3603772" y="3012476"/>
                  <a:pt x="3561912" y="3012476"/>
                </a:cubicBezTo>
                <a:lnTo>
                  <a:pt x="75794" y="3012476"/>
                </a:lnTo>
                <a:cubicBezTo>
                  <a:pt x="33934" y="3012476"/>
                  <a:pt x="0" y="2978541"/>
                  <a:pt x="0" y="2936682"/>
                </a:cubicBezTo>
                <a:lnTo>
                  <a:pt x="0" y="75794"/>
                </a:lnTo>
                <a:cubicBezTo>
                  <a:pt x="0" y="33962"/>
                  <a:pt x="33962" y="0"/>
                  <a:pt x="75794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25400">
            <a:solidFill>
              <a:srgbClr val="3D8F8A">
                <a:alpha val="50196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77055" y="1648336"/>
            <a:ext cx="3410350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9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 Selection Rationale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324421" y="2065156"/>
            <a:ext cx="3315618" cy="682070"/>
          </a:xfrm>
          <a:custGeom>
            <a:avLst/>
            <a:gdLst/>
            <a:ahLst/>
            <a:cxnLst/>
            <a:rect l="l" t="t" r="r" b="b"/>
            <a:pathLst>
              <a:path w="3315618" h="682070">
                <a:moveTo>
                  <a:pt x="37896" y="0"/>
                </a:moveTo>
                <a:lnTo>
                  <a:pt x="3277722" y="0"/>
                </a:lnTo>
                <a:cubicBezTo>
                  <a:pt x="3298651" y="0"/>
                  <a:pt x="3315618" y="16967"/>
                  <a:pt x="3315618" y="37896"/>
                </a:cubicBezTo>
                <a:lnTo>
                  <a:pt x="3315618" y="644174"/>
                </a:lnTo>
                <a:cubicBezTo>
                  <a:pt x="3315618" y="665103"/>
                  <a:pt x="3298651" y="682070"/>
                  <a:pt x="3277722" y="682070"/>
                </a:cubicBezTo>
                <a:lnTo>
                  <a:pt x="37896" y="682070"/>
                </a:lnTo>
                <a:cubicBezTo>
                  <a:pt x="16967" y="682070"/>
                  <a:pt x="0" y="665103"/>
                  <a:pt x="0" y="644174"/>
                </a:cubicBezTo>
                <a:lnTo>
                  <a:pt x="0" y="37896"/>
                </a:lnTo>
                <a:cubicBezTo>
                  <a:pt x="0" y="16981"/>
                  <a:pt x="16981" y="0"/>
                  <a:pt x="378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8438099" y="2178834"/>
            <a:ext cx="3164047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Open-Source Nature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438099" y="2444084"/>
            <a:ext cx="3154573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Cost-effective with community support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324421" y="2860904"/>
            <a:ext cx="3315618" cy="682070"/>
          </a:xfrm>
          <a:custGeom>
            <a:avLst/>
            <a:gdLst/>
            <a:ahLst/>
            <a:cxnLst/>
            <a:rect l="l" t="t" r="r" b="b"/>
            <a:pathLst>
              <a:path w="3315618" h="682070">
                <a:moveTo>
                  <a:pt x="37896" y="0"/>
                </a:moveTo>
                <a:lnTo>
                  <a:pt x="3277722" y="0"/>
                </a:lnTo>
                <a:cubicBezTo>
                  <a:pt x="3298651" y="0"/>
                  <a:pt x="3315618" y="16967"/>
                  <a:pt x="3315618" y="37896"/>
                </a:cubicBezTo>
                <a:lnTo>
                  <a:pt x="3315618" y="644174"/>
                </a:lnTo>
                <a:cubicBezTo>
                  <a:pt x="3315618" y="665103"/>
                  <a:pt x="3298651" y="682070"/>
                  <a:pt x="3277722" y="682070"/>
                </a:cubicBezTo>
                <a:lnTo>
                  <a:pt x="37896" y="682070"/>
                </a:lnTo>
                <a:cubicBezTo>
                  <a:pt x="16967" y="682070"/>
                  <a:pt x="0" y="665103"/>
                  <a:pt x="0" y="644174"/>
                </a:cubicBezTo>
                <a:lnTo>
                  <a:pt x="0" y="37896"/>
                </a:lnTo>
                <a:cubicBezTo>
                  <a:pt x="0" y="16981"/>
                  <a:pt x="16981" y="0"/>
                  <a:pt x="378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8438099" y="2974583"/>
            <a:ext cx="3164047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Compatibility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438099" y="3239832"/>
            <a:ext cx="3154573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Optimized for ML workflows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324421" y="3656653"/>
            <a:ext cx="3315618" cy="682070"/>
          </a:xfrm>
          <a:custGeom>
            <a:avLst/>
            <a:gdLst/>
            <a:ahLst/>
            <a:cxnLst/>
            <a:rect l="l" t="t" r="r" b="b"/>
            <a:pathLst>
              <a:path w="3315618" h="682070">
                <a:moveTo>
                  <a:pt x="37896" y="0"/>
                </a:moveTo>
                <a:lnTo>
                  <a:pt x="3277722" y="0"/>
                </a:lnTo>
                <a:cubicBezTo>
                  <a:pt x="3298651" y="0"/>
                  <a:pt x="3315618" y="16967"/>
                  <a:pt x="3315618" y="37896"/>
                </a:cubicBezTo>
                <a:lnTo>
                  <a:pt x="3315618" y="644174"/>
                </a:lnTo>
                <a:cubicBezTo>
                  <a:pt x="3315618" y="665103"/>
                  <a:pt x="3298651" y="682070"/>
                  <a:pt x="3277722" y="682070"/>
                </a:cubicBezTo>
                <a:lnTo>
                  <a:pt x="37896" y="682070"/>
                </a:lnTo>
                <a:cubicBezTo>
                  <a:pt x="16967" y="682070"/>
                  <a:pt x="0" y="665103"/>
                  <a:pt x="0" y="644174"/>
                </a:cubicBezTo>
                <a:lnTo>
                  <a:pt x="0" y="37896"/>
                </a:lnTo>
                <a:cubicBezTo>
                  <a:pt x="0" y="16981"/>
                  <a:pt x="16981" y="0"/>
                  <a:pt x="378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8438099" y="3770331"/>
            <a:ext cx="3164047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Scalability &amp; Performance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438099" y="4035580"/>
            <a:ext cx="3154573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Production-ready capabilities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153903" y="4660811"/>
            <a:ext cx="3656653" cy="2197781"/>
          </a:xfrm>
          <a:custGeom>
            <a:avLst/>
            <a:gdLst/>
            <a:ahLst/>
            <a:cxnLst/>
            <a:rect l="l" t="t" r="r" b="b"/>
            <a:pathLst>
              <a:path w="3656653" h="2197781">
                <a:moveTo>
                  <a:pt x="75779" y="0"/>
                </a:moveTo>
                <a:lnTo>
                  <a:pt x="3580873" y="0"/>
                </a:lnTo>
                <a:cubicBezTo>
                  <a:pt x="3622725" y="0"/>
                  <a:pt x="3656653" y="33928"/>
                  <a:pt x="3656653" y="75779"/>
                </a:cubicBezTo>
                <a:lnTo>
                  <a:pt x="3656653" y="2122001"/>
                </a:lnTo>
                <a:cubicBezTo>
                  <a:pt x="3656653" y="2163853"/>
                  <a:pt x="3622725" y="2197781"/>
                  <a:pt x="3580873" y="2197781"/>
                </a:cubicBezTo>
                <a:lnTo>
                  <a:pt x="75779" y="2197781"/>
                </a:lnTo>
                <a:cubicBezTo>
                  <a:pt x="33928" y="2197781"/>
                  <a:pt x="0" y="2163853"/>
                  <a:pt x="0" y="2122001"/>
                </a:cubicBezTo>
                <a:lnTo>
                  <a:pt x="0" y="75779"/>
                </a:lnTo>
                <a:cubicBezTo>
                  <a:pt x="0" y="33928"/>
                  <a:pt x="33928" y="0"/>
                  <a:pt x="7577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8305474" y="4812382"/>
            <a:ext cx="3448242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Execution Environment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317316" y="5342881"/>
            <a:ext cx="213147" cy="189464"/>
          </a:xfrm>
          <a:custGeom>
            <a:avLst/>
            <a:gdLst/>
            <a:ahLst/>
            <a:cxnLst/>
            <a:rect l="l" t="t" r="r" b="b"/>
            <a:pathLst>
              <a:path w="213147" h="189464">
                <a:moveTo>
                  <a:pt x="0" y="124336"/>
                </a:moveTo>
                <a:cubicBezTo>
                  <a:pt x="0" y="153754"/>
                  <a:pt x="23868" y="177622"/>
                  <a:pt x="53287" y="177622"/>
                </a:cubicBezTo>
                <a:lnTo>
                  <a:pt x="165781" y="177622"/>
                </a:lnTo>
                <a:cubicBezTo>
                  <a:pt x="191943" y="177622"/>
                  <a:pt x="213147" y="156419"/>
                  <a:pt x="213147" y="130256"/>
                </a:cubicBezTo>
                <a:cubicBezTo>
                  <a:pt x="213147" y="111162"/>
                  <a:pt x="201860" y="94695"/>
                  <a:pt x="185578" y="87220"/>
                </a:cubicBezTo>
                <a:cubicBezTo>
                  <a:pt x="188058" y="82372"/>
                  <a:pt x="189464" y="76859"/>
                  <a:pt x="189464" y="71049"/>
                </a:cubicBezTo>
                <a:cubicBezTo>
                  <a:pt x="189464" y="51436"/>
                  <a:pt x="173552" y="35524"/>
                  <a:pt x="153939" y="35524"/>
                </a:cubicBezTo>
                <a:cubicBezTo>
                  <a:pt x="147390" y="35524"/>
                  <a:pt x="141284" y="37301"/>
                  <a:pt x="136029" y="40372"/>
                </a:cubicBezTo>
                <a:cubicBezTo>
                  <a:pt x="127111" y="23424"/>
                  <a:pt x="109312" y="11841"/>
                  <a:pt x="88811" y="11841"/>
                </a:cubicBezTo>
                <a:cubicBezTo>
                  <a:pt x="59392" y="11841"/>
                  <a:pt x="35524" y="35709"/>
                  <a:pt x="35524" y="65128"/>
                </a:cubicBezTo>
                <a:cubicBezTo>
                  <a:pt x="35524" y="68089"/>
                  <a:pt x="35784" y="71012"/>
                  <a:pt x="36228" y="73824"/>
                </a:cubicBezTo>
                <a:cubicBezTo>
                  <a:pt x="15172" y="80929"/>
                  <a:pt x="0" y="100875"/>
                  <a:pt x="0" y="124336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63" name="Text 61"/>
          <p:cNvSpPr/>
          <p:nvPr/>
        </p:nvSpPr>
        <p:spPr>
          <a:xfrm>
            <a:off x="8655983" y="5229203"/>
            <a:ext cx="1525184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Cloud-Based Platform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655983" y="5456559"/>
            <a:ext cx="1515711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Colab / Kaggle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329157" y="5873380"/>
            <a:ext cx="189464" cy="189464"/>
          </a:xfrm>
          <a:custGeom>
            <a:avLst/>
            <a:gdLst/>
            <a:ahLst/>
            <a:cxnLst/>
            <a:rect l="l" t="t" r="r" b="b"/>
            <a:pathLst>
              <a:path w="189464" h="189464">
                <a:moveTo>
                  <a:pt x="65128" y="8881"/>
                </a:moveTo>
                <a:cubicBezTo>
                  <a:pt x="65128" y="3959"/>
                  <a:pt x="61169" y="0"/>
                  <a:pt x="56247" y="0"/>
                </a:cubicBezTo>
                <a:cubicBezTo>
                  <a:pt x="51325" y="0"/>
                  <a:pt x="47366" y="3959"/>
                  <a:pt x="47366" y="8881"/>
                </a:cubicBezTo>
                <a:lnTo>
                  <a:pt x="47366" y="23683"/>
                </a:lnTo>
                <a:cubicBezTo>
                  <a:pt x="34303" y="23683"/>
                  <a:pt x="23683" y="34303"/>
                  <a:pt x="23683" y="47366"/>
                </a:cubicBezTo>
                <a:lnTo>
                  <a:pt x="8881" y="47366"/>
                </a:lnTo>
                <a:cubicBezTo>
                  <a:pt x="3959" y="47366"/>
                  <a:pt x="0" y="51325"/>
                  <a:pt x="0" y="56247"/>
                </a:cubicBezTo>
                <a:cubicBezTo>
                  <a:pt x="0" y="61169"/>
                  <a:pt x="3959" y="65128"/>
                  <a:pt x="8881" y="65128"/>
                </a:cubicBezTo>
                <a:lnTo>
                  <a:pt x="23683" y="65128"/>
                </a:lnTo>
                <a:lnTo>
                  <a:pt x="23683" y="85851"/>
                </a:lnTo>
                <a:lnTo>
                  <a:pt x="8881" y="85851"/>
                </a:lnTo>
                <a:cubicBezTo>
                  <a:pt x="3959" y="85851"/>
                  <a:pt x="0" y="89810"/>
                  <a:pt x="0" y="94732"/>
                </a:cubicBezTo>
                <a:cubicBezTo>
                  <a:pt x="0" y="99654"/>
                  <a:pt x="3959" y="103613"/>
                  <a:pt x="8881" y="103613"/>
                </a:cubicBezTo>
                <a:lnTo>
                  <a:pt x="23683" y="103613"/>
                </a:lnTo>
                <a:lnTo>
                  <a:pt x="23683" y="124336"/>
                </a:lnTo>
                <a:lnTo>
                  <a:pt x="8881" y="124336"/>
                </a:lnTo>
                <a:cubicBezTo>
                  <a:pt x="3959" y="124336"/>
                  <a:pt x="0" y="128295"/>
                  <a:pt x="0" y="133217"/>
                </a:cubicBezTo>
                <a:cubicBezTo>
                  <a:pt x="0" y="138138"/>
                  <a:pt x="3959" y="142098"/>
                  <a:pt x="8881" y="142098"/>
                </a:cubicBezTo>
                <a:lnTo>
                  <a:pt x="23683" y="142098"/>
                </a:lnTo>
                <a:cubicBezTo>
                  <a:pt x="23683" y="155161"/>
                  <a:pt x="34303" y="165781"/>
                  <a:pt x="47366" y="165781"/>
                </a:cubicBezTo>
                <a:lnTo>
                  <a:pt x="47366" y="180583"/>
                </a:lnTo>
                <a:cubicBezTo>
                  <a:pt x="47366" y="185504"/>
                  <a:pt x="51325" y="189464"/>
                  <a:pt x="56247" y="189464"/>
                </a:cubicBezTo>
                <a:cubicBezTo>
                  <a:pt x="61169" y="189464"/>
                  <a:pt x="65128" y="185504"/>
                  <a:pt x="65128" y="180583"/>
                </a:cubicBezTo>
                <a:lnTo>
                  <a:pt x="65128" y="165781"/>
                </a:lnTo>
                <a:lnTo>
                  <a:pt x="85851" y="165781"/>
                </a:lnTo>
                <a:lnTo>
                  <a:pt x="85851" y="180583"/>
                </a:lnTo>
                <a:cubicBezTo>
                  <a:pt x="85851" y="185504"/>
                  <a:pt x="89810" y="189464"/>
                  <a:pt x="94732" y="189464"/>
                </a:cubicBezTo>
                <a:cubicBezTo>
                  <a:pt x="99654" y="189464"/>
                  <a:pt x="103613" y="185504"/>
                  <a:pt x="103613" y="180583"/>
                </a:cubicBezTo>
                <a:lnTo>
                  <a:pt x="103613" y="165781"/>
                </a:lnTo>
                <a:lnTo>
                  <a:pt x="124336" y="165781"/>
                </a:lnTo>
                <a:lnTo>
                  <a:pt x="124336" y="180583"/>
                </a:lnTo>
                <a:cubicBezTo>
                  <a:pt x="124336" y="185504"/>
                  <a:pt x="128295" y="189464"/>
                  <a:pt x="133217" y="189464"/>
                </a:cubicBezTo>
                <a:cubicBezTo>
                  <a:pt x="138138" y="189464"/>
                  <a:pt x="142098" y="185504"/>
                  <a:pt x="142098" y="180583"/>
                </a:cubicBezTo>
                <a:lnTo>
                  <a:pt x="142098" y="165781"/>
                </a:lnTo>
                <a:cubicBezTo>
                  <a:pt x="155161" y="165781"/>
                  <a:pt x="165781" y="155161"/>
                  <a:pt x="165781" y="142098"/>
                </a:cubicBezTo>
                <a:lnTo>
                  <a:pt x="180583" y="142098"/>
                </a:lnTo>
                <a:cubicBezTo>
                  <a:pt x="185504" y="142098"/>
                  <a:pt x="189464" y="138138"/>
                  <a:pt x="189464" y="133217"/>
                </a:cubicBezTo>
                <a:cubicBezTo>
                  <a:pt x="189464" y="128295"/>
                  <a:pt x="185504" y="124336"/>
                  <a:pt x="180583" y="124336"/>
                </a:cubicBezTo>
                <a:lnTo>
                  <a:pt x="165781" y="124336"/>
                </a:lnTo>
                <a:lnTo>
                  <a:pt x="165781" y="103613"/>
                </a:lnTo>
                <a:lnTo>
                  <a:pt x="180583" y="103613"/>
                </a:lnTo>
                <a:cubicBezTo>
                  <a:pt x="185504" y="103613"/>
                  <a:pt x="189464" y="99654"/>
                  <a:pt x="189464" y="94732"/>
                </a:cubicBezTo>
                <a:cubicBezTo>
                  <a:pt x="189464" y="89810"/>
                  <a:pt x="185504" y="85851"/>
                  <a:pt x="180583" y="85851"/>
                </a:cubicBezTo>
                <a:lnTo>
                  <a:pt x="165781" y="85851"/>
                </a:lnTo>
                <a:lnTo>
                  <a:pt x="165781" y="65128"/>
                </a:lnTo>
                <a:lnTo>
                  <a:pt x="180583" y="65128"/>
                </a:lnTo>
                <a:cubicBezTo>
                  <a:pt x="185504" y="65128"/>
                  <a:pt x="189464" y="61169"/>
                  <a:pt x="189464" y="56247"/>
                </a:cubicBezTo>
                <a:cubicBezTo>
                  <a:pt x="189464" y="51325"/>
                  <a:pt x="185504" y="47366"/>
                  <a:pt x="180583" y="47366"/>
                </a:cubicBezTo>
                <a:lnTo>
                  <a:pt x="165781" y="47366"/>
                </a:lnTo>
                <a:cubicBezTo>
                  <a:pt x="165781" y="34303"/>
                  <a:pt x="155161" y="23683"/>
                  <a:pt x="142098" y="23683"/>
                </a:cubicBezTo>
                <a:lnTo>
                  <a:pt x="142098" y="8881"/>
                </a:lnTo>
                <a:cubicBezTo>
                  <a:pt x="142098" y="3959"/>
                  <a:pt x="138138" y="0"/>
                  <a:pt x="133217" y="0"/>
                </a:cubicBezTo>
                <a:cubicBezTo>
                  <a:pt x="128295" y="0"/>
                  <a:pt x="124336" y="3959"/>
                  <a:pt x="124336" y="8881"/>
                </a:cubicBezTo>
                <a:lnTo>
                  <a:pt x="124336" y="23683"/>
                </a:lnTo>
                <a:lnTo>
                  <a:pt x="103613" y="23683"/>
                </a:lnTo>
                <a:lnTo>
                  <a:pt x="103613" y="8881"/>
                </a:lnTo>
                <a:cubicBezTo>
                  <a:pt x="103613" y="3959"/>
                  <a:pt x="99654" y="0"/>
                  <a:pt x="94732" y="0"/>
                </a:cubicBezTo>
                <a:cubicBezTo>
                  <a:pt x="89810" y="0"/>
                  <a:pt x="85851" y="3959"/>
                  <a:pt x="85851" y="8881"/>
                </a:cubicBezTo>
                <a:lnTo>
                  <a:pt x="85851" y="23683"/>
                </a:lnTo>
                <a:lnTo>
                  <a:pt x="65128" y="23683"/>
                </a:lnTo>
                <a:lnTo>
                  <a:pt x="65128" y="8881"/>
                </a:lnTo>
                <a:close/>
                <a:moveTo>
                  <a:pt x="59207" y="47366"/>
                </a:moveTo>
                <a:lnTo>
                  <a:pt x="130256" y="47366"/>
                </a:lnTo>
                <a:cubicBezTo>
                  <a:pt x="136806" y="47366"/>
                  <a:pt x="142098" y="52658"/>
                  <a:pt x="142098" y="59207"/>
                </a:cubicBezTo>
                <a:lnTo>
                  <a:pt x="142098" y="130256"/>
                </a:lnTo>
                <a:cubicBezTo>
                  <a:pt x="142098" y="136806"/>
                  <a:pt x="136806" y="142098"/>
                  <a:pt x="130256" y="142098"/>
                </a:cubicBezTo>
                <a:lnTo>
                  <a:pt x="59207" y="142098"/>
                </a:lnTo>
                <a:cubicBezTo>
                  <a:pt x="52658" y="142098"/>
                  <a:pt x="47366" y="136806"/>
                  <a:pt x="47366" y="130256"/>
                </a:cubicBezTo>
                <a:lnTo>
                  <a:pt x="47366" y="59207"/>
                </a:lnTo>
                <a:cubicBezTo>
                  <a:pt x="47366" y="52658"/>
                  <a:pt x="52658" y="47366"/>
                  <a:pt x="59207" y="47366"/>
                </a:cubicBezTo>
                <a:close/>
                <a:moveTo>
                  <a:pt x="65128" y="65128"/>
                </a:moveTo>
                <a:lnTo>
                  <a:pt x="65128" y="124336"/>
                </a:lnTo>
                <a:lnTo>
                  <a:pt x="124336" y="124336"/>
                </a:lnTo>
                <a:lnTo>
                  <a:pt x="124336" y="65128"/>
                </a:lnTo>
                <a:lnTo>
                  <a:pt x="65128" y="65128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66" name="Text 64"/>
          <p:cNvSpPr/>
          <p:nvPr/>
        </p:nvSpPr>
        <p:spPr>
          <a:xfrm>
            <a:off x="8655983" y="5759702"/>
            <a:ext cx="1411506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GPU Acceleration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655983" y="5987058"/>
            <a:ext cx="1402033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CUDA-enabled training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329157" y="6403879"/>
            <a:ext cx="189464" cy="189464"/>
          </a:xfrm>
          <a:custGeom>
            <a:avLst/>
            <a:gdLst/>
            <a:ahLst/>
            <a:cxnLst/>
            <a:rect l="l" t="t" r="r" b="b"/>
            <a:pathLst>
              <a:path w="189464" h="189464">
                <a:moveTo>
                  <a:pt x="23683" y="23683"/>
                </a:moveTo>
                <a:cubicBezTo>
                  <a:pt x="10620" y="23683"/>
                  <a:pt x="0" y="34303"/>
                  <a:pt x="0" y="47366"/>
                </a:cubicBezTo>
                <a:lnTo>
                  <a:pt x="0" y="50104"/>
                </a:lnTo>
                <a:cubicBezTo>
                  <a:pt x="0" y="52621"/>
                  <a:pt x="1628" y="54767"/>
                  <a:pt x="3737" y="56136"/>
                </a:cubicBezTo>
                <a:cubicBezTo>
                  <a:pt x="8622" y="59318"/>
                  <a:pt x="11841" y="64795"/>
                  <a:pt x="11841" y="71049"/>
                </a:cubicBezTo>
                <a:cubicBezTo>
                  <a:pt x="11841" y="77303"/>
                  <a:pt x="8622" y="82779"/>
                  <a:pt x="3737" y="85962"/>
                </a:cubicBezTo>
                <a:cubicBezTo>
                  <a:pt x="1628" y="87331"/>
                  <a:pt x="0" y="89477"/>
                  <a:pt x="0" y="91994"/>
                </a:cubicBezTo>
                <a:lnTo>
                  <a:pt x="0" y="112494"/>
                </a:lnTo>
                <a:lnTo>
                  <a:pt x="189464" y="112494"/>
                </a:lnTo>
                <a:lnTo>
                  <a:pt x="189464" y="91994"/>
                </a:lnTo>
                <a:cubicBezTo>
                  <a:pt x="189464" y="89477"/>
                  <a:pt x="187836" y="87331"/>
                  <a:pt x="185726" y="85962"/>
                </a:cubicBezTo>
                <a:cubicBezTo>
                  <a:pt x="180842" y="82779"/>
                  <a:pt x="177622" y="77303"/>
                  <a:pt x="177622" y="71049"/>
                </a:cubicBezTo>
                <a:cubicBezTo>
                  <a:pt x="177622" y="64795"/>
                  <a:pt x="180842" y="59318"/>
                  <a:pt x="185726" y="56136"/>
                </a:cubicBezTo>
                <a:cubicBezTo>
                  <a:pt x="187836" y="54767"/>
                  <a:pt x="189464" y="52621"/>
                  <a:pt x="189464" y="50104"/>
                </a:cubicBezTo>
                <a:lnTo>
                  <a:pt x="189464" y="47366"/>
                </a:lnTo>
                <a:cubicBezTo>
                  <a:pt x="189464" y="34303"/>
                  <a:pt x="178844" y="23683"/>
                  <a:pt x="165781" y="23683"/>
                </a:cubicBezTo>
                <a:lnTo>
                  <a:pt x="23683" y="23683"/>
                </a:lnTo>
                <a:close/>
                <a:moveTo>
                  <a:pt x="189464" y="153939"/>
                </a:moveTo>
                <a:lnTo>
                  <a:pt x="189464" y="130256"/>
                </a:lnTo>
                <a:lnTo>
                  <a:pt x="0" y="130256"/>
                </a:lnTo>
                <a:lnTo>
                  <a:pt x="0" y="153939"/>
                </a:lnTo>
                <a:cubicBezTo>
                  <a:pt x="0" y="160489"/>
                  <a:pt x="5292" y="165781"/>
                  <a:pt x="11841" y="165781"/>
                </a:cubicBezTo>
                <a:lnTo>
                  <a:pt x="35524" y="165781"/>
                </a:lnTo>
                <a:lnTo>
                  <a:pt x="35524" y="156900"/>
                </a:lnTo>
                <a:cubicBezTo>
                  <a:pt x="35524" y="151978"/>
                  <a:pt x="39484" y="148019"/>
                  <a:pt x="44406" y="148019"/>
                </a:cubicBezTo>
                <a:cubicBezTo>
                  <a:pt x="49327" y="148019"/>
                  <a:pt x="53287" y="151978"/>
                  <a:pt x="53287" y="156900"/>
                </a:cubicBezTo>
                <a:lnTo>
                  <a:pt x="53287" y="165781"/>
                </a:lnTo>
                <a:lnTo>
                  <a:pt x="85851" y="165781"/>
                </a:lnTo>
                <a:lnTo>
                  <a:pt x="85851" y="156900"/>
                </a:lnTo>
                <a:cubicBezTo>
                  <a:pt x="85851" y="151978"/>
                  <a:pt x="89810" y="148019"/>
                  <a:pt x="94732" y="148019"/>
                </a:cubicBezTo>
                <a:cubicBezTo>
                  <a:pt x="99654" y="148019"/>
                  <a:pt x="103613" y="151978"/>
                  <a:pt x="103613" y="156900"/>
                </a:cubicBezTo>
                <a:lnTo>
                  <a:pt x="103613" y="165781"/>
                </a:lnTo>
                <a:lnTo>
                  <a:pt x="136177" y="165781"/>
                </a:lnTo>
                <a:lnTo>
                  <a:pt x="136177" y="156900"/>
                </a:lnTo>
                <a:cubicBezTo>
                  <a:pt x="136177" y="151978"/>
                  <a:pt x="140137" y="148019"/>
                  <a:pt x="145058" y="148019"/>
                </a:cubicBezTo>
                <a:cubicBezTo>
                  <a:pt x="149980" y="148019"/>
                  <a:pt x="153939" y="151978"/>
                  <a:pt x="153939" y="156900"/>
                </a:cubicBezTo>
                <a:lnTo>
                  <a:pt x="153939" y="165781"/>
                </a:lnTo>
                <a:lnTo>
                  <a:pt x="177622" y="165781"/>
                </a:lnTo>
                <a:cubicBezTo>
                  <a:pt x="184172" y="165781"/>
                  <a:pt x="189464" y="160489"/>
                  <a:pt x="189464" y="153939"/>
                </a:cubicBezTo>
                <a:close/>
                <a:moveTo>
                  <a:pt x="59207" y="59207"/>
                </a:moveTo>
                <a:lnTo>
                  <a:pt x="59207" y="82890"/>
                </a:lnTo>
                <a:cubicBezTo>
                  <a:pt x="59207" y="89440"/>
                  <a:pt x="53916" y="94732"/>
                  <a:pt x="47366" y="94732"/>
                </a:cubicBezTo>
                <a:cubicBezTo>
                  <a:pt x="40816" y="94732"/>
                  <a:pt x="35524" y="89440"/>
                  <a:pt x="35524" y="82890"/>
                </a:cubicBezTo>
                <a:lnTo>
                  <a:pt x="35524" y="59207"/>
                </a:lnTo>
                <a:cubicBezTo>
                  <a:pt x="35524" y="52658"/>
                  <a:pt x="40816" y="47366"/>
                  <a:pt x="47366" y="47366"/>
                </a:cubicBezTo>
                <a:cubicBezTo>
                  <a:pt x="53916" y="47366"/>
                  <a:pt x="59207" y="52658"/>
                  <a:pt x="59207" y="59207"/>
                </a:cubicBezTo>
                <a:close/>
                <a:moveTo>
                  <a:pt x="106573" y="59207"/>
                </a:moveTo>
                <a:lnTo>
                  <a:pt x="106573" y="82890"/>
                </a:lnTo>
                <a:cubicBezTo>
                  <a:pt x="106573" y="89440"/>
                  <a:pt x="101282" y="94732"/>
                  <a:pt x="94732" y="94732"/>
                </a:cubicBezTo>
                <a:cubicBezTo>
                  <a:pt x="88182" y="94732"/>
                  <a:pt x="82890" y="89440"/>
                  <a:pt x="82890" y="82890"/>
                </a:cubicBezTo>
                <a:lnTo>
                  <a:pt x="82890" y="59207"/>
                </a:lnTo>
                <a:cubicBezTo>
                  <a:pt x="82890" y="52658"/>
                  <a:pt x="88182" y="47366"/>
                  <a:pt x="94732" y="47366"/>
                </a:cubicBezTo>
                <a:cubicBezTo>
                  <a:pt x="101282" y="47366"/>
                  <a:pt x="106573" y="52658"/>
                  <a:pt x="106573" y="59207"/>
                </a:cubicBezTo>
                <a:close/>
                <a:moveTo>
                  <a:pt x="153939" y="59207"/>
                </a:moveTo>
                <a:lnTo>
                  <a:pt x="153939" y="82890"/>
                </a:lnTo>
                <a:cubicBezTo>
                  <a:pt x="153939" y="89440"/>
                  <a:pt x="148648" y="94732"/>
                  <a:pt x="142098" y="94732"/>
                </a:cubicBezTo>
                <a:cubicBezTo>
                  <a:pt x="135548" y="94732"/>
                  <a:pt x="130256" y="89440"/>
                  <a:pt x="130256" y="82890"/>
                </a:cubicBezTo>
                <a:lnTo>
                  <a:pt x="130256" y="59207"/>
                </a:lnTo>
                <a:cubicBezTo>
                  <a:pt x="130256" y="52658"/>
                  <a:pt x="135548" y="47366"/>
                  <a:pt x="142098" y="47366"/>
                </a:cubicBezTo>
                <a:cubicBezTo>
                  <a:pt x="148648" y="47366"/>
                  <a:pt x="153939" y="52658"/>
                  <a:pt x="153939" y="59207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69" name="Text 67"/>
          <p:cNvSpPr/>
          <p:nvPr/>
        </p:nvSpPr>
        <p:spPr>
          <a:xfrm>
            <a:off x="8655983" y="6290200"/>
            <a:ext cx="1335720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Memory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655983" y="6517557"/>
            <a:ext cx="1326247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32GB+ RAM allocation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6677" y="366677"/>
            <a:ext cx="366677" cy="366677"/>
          </a:xfrm>
          <a:custGeom>
            <a:avLst/>
            <a:gdLst/>
            <a:ahLst/>
            <a:cxnLst/>
            <a:rect l="l" t="t" r="r" b="b"/>
            <a:pathLst>
              <a:path w="366677" h="366677">
                <a:moveTo>
                  <a:pt x="73335" y="0"/>
                </a:moveTo>
                <a:lnTo>
                  <a:pt x="293341" y="0"/>
                </a:lnTo>
                <a:cubicBezTo>
                  <a:pt x="333816" y="0"/>
                  <a:pt x="366677" y="32860"/>
                  <a:pt x="366677" y="73335"/>
                </a:cubicBezTo>
                <a:lnTo>
                  <a:pt x="366677" y="293341"/>
                </a:lnTo>
                <a:cubicBezTo>
                  <a:pt x="366677" y="333816"/>
                  <a:pt x="333816" y="366677"/>
                  <a:pt x="293341" y="366677"/>
                </a:cubicBezTo>
                <a:lnTo>
                  <a:pt x="73335" y="366677"/>
                </a:lnTo>
                <a:cubicBezTo>
                  <a:pt x="32860" y="366677"/>
                  <a:pt x="0" y="333816"/>
                  <a:pt x="0" y="293341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9492" y="467513"/>
            <a:ext cx="185630" cy="165005"/>
          </a:xfrm>
          <a:custGeom>
            <a:avLst/>
            <a:gdLst/>
            <a:ahLst/>
            <a:cxnLst/>
            <a:rect l="l" t="t" r="r" b="b"/>
            <a:pathLst>
              <a:path w="185630" h="165005">
                <a:moveTo>
                  <a:pt x="116277" y="387"/>
                </a:moveTo>
                <a:cubicBezTo>
                  <a:pt x="110798" y="-1192"/>
                  <a:pt x="105094" y="1998"/>
                  <a:pt x="103515" y="7477"/>
                </a:cubicBezTo>
                <a:lnTo>
                  <a:pt x="62263" y="151856"/>
                </a:lnTo>
                <a:cubicBezTo>
                  <a:pt x="60684" y="157334"/>
                  <a:pt x="63875" y="163039"/>
                  <a:pt x="69353" y="164618"/>
                </a:cubicBezTo>
                <a:cubicBezTo>
                  <a:pt x="74832" y="166197"/>
                  <a:pt x="80536" y="163006"/>
                  <a:pt x="82116" y="157528"/>
                </a:cubicBezTo>
                <a:lnTo>
                  <a:pt x="123367" y="13149"/>
                </a:lnTo>
                <a:cubicBezTo>
                  <a:pt x="124946" y="7670"/>
                  <a:pt x="121755" y="1966"/>
                  <a:pt x="116277" y="387"/>
                </a:cubicBezTo>
                <a:close/>
                <a:moveTo>
                  <a:pt x="137096" y="44248"/>
                </a:moveTo>
                <a:cubicBezTo>
                  <a:pt x="133067" y="48277"/>
                  <a:pt x="133067" y="54819"/>
                  <a:pt x="137096" y="58847"/>
                </a:cubicBezTo>
                <a:lnTo>
                  <a:pt x="160750" y="82502"/>
                </a:lnTo>
                <a:lnTo>
                  <a:pt x="137096" y="106157"/>
                </a:lnTo>
                <a:cubicBezTo>
                  <a:pt x="133067" y="110186"/>
                  <a:pt x="133067" y="116728"/>
                  <a:pt x="137096" y="120756"/>
                </a:cubicBezTo>
                <a:cubicBezTo>
                  <a:pt x="141124" y="124785"/>
                  <a:pt x="147666" y="124785"/>
                  <a:pt x="151695" y="120756"/>
                </a:cubicBezTo>
                <a:lnTo>
                  <a:pt x="182633" y="89818"/>
                </a:lnTo>
                <a:cubicBezTo>
                  <a:pt x="186661" y="85789"/>
                  <a:pt x="186661" y="79247"/>
                  <a:pt x="182633" y="75219"/>
                </a:cubicBezTo>
                <a:lnTo>
                  <a:pt x="151695" y="44281"/>
                </a:lnTo>
                <a:cubicBezTo>
                  <a:pt x="147666" y="40252"/>
                  <a:pt x="141124" y="40252"/>
                  <a:pt x="137096" y="44281"/>
                </a:cubicBezTo>
                <a:close/>
                <a:moveTo>
                  <a:pt x="48567" y="44248"/>
                </a:moveTo>
                <a:cubicBezTo>
                  <a:pt x="44538" y="40220"/>
                  <a:pt x="37996" y="40220"/>
                  <a:pt x="33968" y="44248"/>
                </a:cubicBezTo>
                <a:lnTo>
                  <a:pt x="3029" y="75187"/>
                </a:lnTo>
                <a:cubicBezTo>
                  <a:pt x="-999" y="79215"/>
                  <a:pt x="-999" y="85757"/>
                  <a:pt x="3029" y="89786"/>
                </a:cubicBezTo>
                <a:lnTo>
                  <a:pt x="33968" y="120724"/>
                </a:lnTo>
                <a:cubicBezTo>
                  <a:pt x="37996" y="124752"/>
                  <a:pt x="44538" y="124752"/>
                  <a:pt x="48567" y="120724"/>
                </a:cubicBezTo>
                <a:cubicBezTo>
                  <a:pt x="52595" y="116696"/>
                  <a:pt x="52595" y="110153"/>
                  <a:pt x="48567" y="106125"/>
                </a:cubicBezTo>
                <a:lnTo>
                  <a:pt x="24912" y="82502"/>
                </a:lnTo>
                <a:lnTo>
                  <a:pt x="48535" y="58847"/>
                </a:lnTo>
                <a:cubicBezTo>
                  <a:pt x="52563" y="54819"/>
                  <a:pt x="52563" y="48277"/>
                  <a:pt x="48535" y="44248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" name="Text 2"/>
          <p:cNvSpPr/>
          <p:nvPr/>
        </p:nvSpPr>
        <p:spPr>
          <a:xfrm>
            <a:off x="843356" y="440012"/>
            <a:ext cx="1375038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spc="58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6677" y="806689"/>
            <a:ext cx="11623651" cy="36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99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Implementation Modules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6677" y="1246701"/>
            <a:ext cx="733353" cy="36668"/>
          </a:xfrm>
          <a:custGeom>
            <a:avLst/>
            <a:gdLst/>
            <a:ahLst/>
            <a:cxnLst/>
            <a:rect l="l" t="t" r="r" b="b"/>
            <a:pathLst>
              <a:path w="733353" h="36668">
                <a:moveTo>
                  <a:pt x="0" y="0"/>
                </a:moveTo>
                <a:lnTo>
                  <a:pt x="733353" y="0"/>
                </a:lnTo>
                <a:lnTo>
                  <a:pt x="733353" y="36668"/>
                </a:lnTo>
                <a:lnTo>
                  <a:pt x="0" y="36668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7" name="Shape 5"/>
          <p:cNvSpPr/>
          <p:nvPr/>
        </p:nvSpPr>
        <p:spPr>
          <a:xfrm>
            <a:off x="385011" y="1503374"/>
            <a:ext cx="5600986" cy="2585071"/>
          </a:xfrm>
          <a:custGeom>
            <a:avLst/>
            <a:gdLst/>
            <a:ahLst/>
            <a:cxnLst/>
            <a:rect l="l" t="t" r="r" b="b"/>
            <a:pathLst>
              <a:path w="5600986" h="2585071">
                <a:moveTo>
                  <a:pt x="36668" y="0"/>
                </a:moveTo>
                <a:lnTo>
                  <a:pt x="5527648" y="0"/>
                </a:lnTo>
                <a:cubicBezTo>
                  <a:pt x="5568152" y="0"/>
                  <a:pt x="5600986" y="32835"/>
                  <a:pt x="5600986" y="73338"/>
                </a:cubicBezTo>
                <a:lnTo>
                  <a:pt x="5600986" y="2511732"/>
                </a:lnTo>
                <a:cubicBezTo>
                  <a:pt x="5600986" y="2552236"/>
                  <a:pt x="5568152" y="2585071"/>
                  <a:pt x="5527648" y="2585071"/>
                </a:cubicBezTo>
                <a:lnTo>
                  <a:pt x="36668" y="2585071"/>
                </a:lnTo>
                <a:cubicBezTo>
                  <a:pt x="16417" y="2585071"/>
                  <a:pt x="0" y="2568654"/>
                  <a:pt x="0" y="2548403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85011" y="1503374"/>
            <a:ext cx="36668" cy="2585071"/>
          </a:xfrm>
          <a:custGeom>
            <a:avLst/>
            <a:gdLst/>
            <a:ahLst/>
            <a:cxnLst/>
            <a:rect l="l" t="t" r="r" b="b"/>
            <a:pathLst>
              <a:path w="36668" h="2585071">
                <a:moveTo>
                  <a:pt x="36668" y="0"/>
                </a:moveTo>
                <a:lnTo>
                  <a:pt x="36668" y="0"/>
                </a:lnTo>
                <a:lnTo>
                  <a:pt x="36668" y="2585071"/>
                </a:lnTo>
                <a:lnTo>
                  <a:pt x="36668" y="2585071"/>
                </a:lnTo>
                <a:cubicBezTo>
                  <a:pt x="16417" y="2585071"/>
                  <a:pt x="0" y="2568654"/>
                  <a:pt x="0" y="2548403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9" name="Shape 7"/>
          <p:cNvSpPr/>
          <p:nvPr/>
        </p:nvSpPr>
        <p:spPr>
          <a:xfrm>
            <a:off x="623350" y="1723380"/>
            <a:ext cx="440012" cy="440012"/>
          </a:xfrm>
          <a:custGeom>
            <a:avLst/>
            <a:gdLst/>
            <a:ahLst/>
            <a:cxnLst/>
            <a:rect l="l" t="t" r="r" b="b"/>
            <a:pathLst>
              <a:path w="440012" h="440012">
                <a:moveTo>
                  <a:pt x="220006" y="0"/>
                </a:moveTo>
                <a:lnTo>
                  <a:pt x="220006" y="0"/>
                </a:lnTo>
                <a:cubicBezTo>
                  <a:pt x="341431" y="0"/>
                  <a:pt x="440012" y="98581"/>
                  <a:pt x="440012" y="220006"/>
                </a:cubicBezTo>
                <a:lnTo>
                  <a:pt x="440012" y="220006"/>
                </a:lnTo>
                <a:cubicBezTo>
                  <a:pt x="440012" y="341431"/>
                  <a:pt x="341431" y="440012"/>
                  <a:pt x="220006" y="440012"/>
                </a:cubicBezTo>
                <a:lnTo>
                  <a:pt x="220006" y="440012"/>
                </a:lnTo>
                <a:cubicBezTo>
                  <a:pt x="98581" y="440012"/>
                  <a:pt x="0" y="341431"/>
                  <a:pt x="0" y="220006"/>
                </a:cubicBezTo>
                <a:lnTo>
                  <a:pt x="0" y="220006"/>
                </a:lnTo>
                <a:cubicBezTo>
                  <a:pt x="0" y="98581"/>
                  <a:pt x="98581" y="0"/>
                  <a:pt x="220006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63146" y="1851717"/>
            <a:ext cx="160421" cy="183338"/>
          </a:xfrm>
          <a:custGeom>
            <a:avLst/>
            <a:gdLst/>
            <a:ahLst/>
            <a:cxnLst/>
            <a:rect l="l" t="t" r="r" b="b"/>
            <a:pathLst>
              <a:path w="160421" h="183338">
                <a:moveTo>
                  <a:pt x="160421" y="73693"/>
                </a:moveTo>
                <a:cubicBezTo>
                  <a:pt x="155121" y="77203"/>
                  <a:pt x="149034" y="80031"/>
                  <a:pt x="142696" y="82287"/>
                </a:cubicBezTo>
                <a:cubicBezTo>
                  <a:pt x="125866" y="88303"/>
                  <a:pt x="103772" y="91669"/>
                  <a:pt x="80211" y="91669"/>
                </a:cubicBezTo>
                <a:cubicBezTo>
                  <a:pt x="56649" y="91669"/>
                  <a:pt x="34519" y="88267"/>
                  <a:pt x="17725" y="82287"/>
                </a:cubicBezTo>
                <a:cubicBezTo>
                  <a:pt x="11423" y="80031"/>
                  <a:pt x="5300" y="77203"/>
                  <a:pt x="0" y="73693"/>
                </a:cubicBezTo>
                <a:lnTo>
                  <a:pt x="0" y="103128"/>
                </a:lnTo>
                <a:cubicBezTo>
                  <a:pt x="0" y="118955"/>
                  <a:pt x="35916" y="131774"/>
                  <a:pt x="80211" y="131774"/>
                </a:cubicBezTo>
                <a:cubicBezTo>
                  <a:pt x="124505" y="131774"/>
                  <a:pt x="160421" y="118955"/>
                  <a:pt x="160421" y="103128"/>
                </a:cubicBezTo>
                <a:lnTo>
                  <a:pt x="160421" y="73693"/>
                </a:lnTo>
                <a:close/>
                <a:moveTo>
                  <a:pt x="160421" y="45835"/>
                </a:moveTo>
                <a:lnTo>
                  <a:pt x="160421" y="28647"/>
                </a:lnTo>
                <a:cubicBezTo>
                  <a:pt x="160421" y="12819"/>
                  <a:pt x="124505" y="0"/>
                  <a:pt x="80211" y="0"/>
                </a:cubicBezTo>
                <a:cubicBezTo>
                  <a:pt x="35916" y="0"/>
                  <a:pt x="0" y="12819"/>
                  <a:pt x="0" y="28647"/>
                </a:cubicBezTo>
                <a:lnTo>
                  <a:pt x="0" y="45835"/>
                </a:lnTo>
                <a:cubicBezTo>
                  <a:pt x="0" y="61662"/>
                  <a:pt x="35916" y="74481"/>
                  <a:pt x="80211" y="74481"/>
                </a:cubicBezTo>
                <a:cubicBezTo>
                  <a:pt x="124505" y="74481"/>
                  <a:pt x="160421" y="61662"/>
                  <a:pt x="160421" y="45835"/>
                </a:cubicBezTo>
                <a:close/>
                <a:moveTo>
                  <a:pt x="142696" y="139581"/>
                </a:moveTo>
                <a:cubicBezTo>
                  <a:pt x="125902" y="145561"/>
                  <a:pt x="103808" y="148962"/>
                  <a:pt x="80211" y="148962"/>
                </a:cubicBezTo>
                <a:cubicBezTo>
                  <a:pt x="56613" y="148962"/>
                  <a:pt x="34519" y="145561"/>
                  <a:pt x="17725" y="139581"/>
                </a:cubicBezTo>
                <a:cubicBezTo>
                  <a:pt x="11423" y="137325"/>
                  <a:pt x="5300" y="134496"/>
                  <a:pt x="0" y="130987"/>
                </a:cubicBezTo>
                <a:lnTo>
                  <a:pt x="0" y="154692"/>
                </a:lnTo>
                <a:cubicBezTo>
                  <a:pt x="0" y="170519"/>
                  <a:pt x="35916" y="183338"/>
                  <a:pt x="80211" y="183338"/>
                </a:cubicBezTo>
                <a:cubicBezTo>
                  <a:pt x="124505" y="183338"/>
                  <a:pt x="160421" y="170519"/>
                  <a:pt x="160421" y="154692"/>
                </a:cubicBezTo>
                <a:lnTo>
                  <a:pt x="160421" y="130987"/>
                </a:lnTo>
                <a:cubicBezTo>
                  <a:pt x="155121" y="134496"/>
                  <a:pt x="149034" y="137325"/>
                  <a:pt x="142696" y="139581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1" name="Text 9"/>
          <p:cNvSpPr/>
          <p:nvPr/>
        </p:nvSpPr>
        <p:spPr>
          <a:xfrm>
            <a:off x="1210033" y="1723380"/>
            <a:ext cx="4647627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DatasetHandler Module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10033" y="2090057"/>
            <a:ext cx="4629293" cy="715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5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Manages complete dataset operations including secure downloading from Kaggle, extraction with integrity verification, and structured loading into memory-efficient formats.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7534" y="2933414"/>
            <a:ext cx="128337" cy="146671"/>
          </a:xfrm>
          <a:custGeom>
            <a:avLst/>
            <a:gdLst/>
            <a:ahLst/>
            <a:cxnLst/>
            <a:rect l="l" t="t" r="r" b="b"/>
            <a:pathLst>
              <a:path w="128337" h="146671">
                <a:moveTo>
                  <a:pt x="124555" y="20081"/>
                </a:moveTo>
                <a:cubicBezTo>
                  <a:pt x="128652" y="23061"/>
                  <a:pt x="129569" y="28790"/>
                  <a:pt x="126589" y="32886"/>
                </a:cubicBezTo>
                <a:lnTo>
                  <a:pt x="53254" y="133722"/>
                </a:lnTo>
                <a:cubicBezTo>
                  <a:pt x="51678" y="135900"/>
                  <a:pt x="49244" y="137246"/>
                  <a:pt x="46551" y="137475"/>
                </a:cubicBezTo>
                <a:cubicBezTo>
                  <a:pt x="43858" y="137704"/>
                  <a:pt x="41251" y="136702"/>
                  <a:pt x="39360" y="134811"/>
                </a:cubicBezTo>
                <a:lnTo>
                  <a:pt x="2693" y="98143"/>
                </a:lnTo>
                <a:cubicBezTo>
                  <a:pt x="-888" y="94562"/>
                  <a:pt x="-888" y="88747"/>
                  <a:pt x="2693" y="85166"/>
                </a:cubicBezTo>
                <a:cubicBezTo>
                  <a:pt x="6274" y="81586"/>
                  <a:pt x="12089" y="81586"/>
                  <a:pt x="15670" y="85166"/>
                </a:cubicBezTo>
                <a:lnTo>
                  <a:pt x="44746" y="114243"/>
                </a:lnTo>
                <a:lnTo>
                  <a:pt x="111779" y="22087"/>
                </a:lnTo>
                <a:cubicBezTo>
                  <a:pt x="114758" y="17990"/>
                  <a:pt x="120488" y="17073"/>
                  <a:pt x="124584" y="2005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4" name="Text 12"/>
          <p:cNvSpPr/>
          <p:nvPr/>
        </p:nvSpPr>
        <p:spPr>
          <a:xfrm>
            <a:off x="1466707" y="2915080"/>
            <a:ext cx="1879218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dataset downloading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37534" y="3190087"/>
            <a:ext cx="128337" cy="146671"/>
          </a:xfrm>
          <a:custGeom>
            <a:avLst/>
            <a:gdLst/>
            <a:ahLst/>
            <a:cxnLst/>
            <a:rect l="l" t="t" r="r" b="b"/>
            <a:pathLst>
              <a:path w="128337" h="146671">
                <a:moveTo>
                  <a:pt x="124555" y="20081"/>
                </a:moveTo>
                <a:cubicBezTo>
                  <a:pt x="128652" y="23061"/>
                  <a:pt x="129569" y="28790"/>
                  <a:pt x="126589" y="32886"/>
                </a:cubicBezTo>
                <a:lnTo>
                  <a:pt x="53254" y="133722"/>
                </a:lnTo>
                <a:cubicBezTo>
                  <a:pt x="51678" y="135900"/>
                  <a:pt x="49244" y="137246"/>
                  <a:pt x="46551" y="137475"/>
                </a:cubicBezTo>
                <a:cubicBezTo>
                  <a:pt x="43858" y="137704"/>
                  <a:pt x="41251" y="136702"/>
                  <a:pt x="39360" y="134811"/>
                </a:cubicBezTo>
                <a:lnTo>
                  <a:pt x="2693" y="98143"/>
                </a:lnTo>
                <a:cubicBezTo>
                  <a:pt x="-888" y="94562"/>
                  <a:pt x="-888" y="88747"/>
                  <a:pt x="2693" y="85166"/>
                </a:cubicBezTo>
                <a:cubicBezTo>
                  <a:pt x="6274" y="81586"/>
                  <a:pt x="12089" y="81586"/>
                  <a:pt x="15670" y="85166"/>
                </a:cubicBezTo>
                <a:lnTo>
                  <a:pt x="44746" y="114243"/>
                </a:lnTo>
                <a:lnTo>
                  <a:pt x="111779" y="22087"/>
                </a:lnTo>
                <a:cubicBezTo>
                  <a:pt x="114758" y="17990"/>
                  <a:pt x="120488" y="17073"/>
                  <a:pt x="124584" y="2005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6" name="Text 14"/>
          <p:cNvSpPr/>
          <p:nvPr/>
        </p:nvSpPr>
        <p:spPr>
          <a:xfrm>
            <a:off x="1466707" y="3171753"/>
            <a:ext cx="1640878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Zip extraction and validation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37534" y="3446761"/>
            <a:ext cx="128337" cy="146671"/>
          </a:xfrm>
          <a:custGeom>
            <a:avLst/>
            <a:gdLst/>
            <a:ahLst/>
            <a:cxnLst/>
            <a:rect l="l" t="t" r="r" b="b"/>
            <a:pathLst>
              <a:path w="128337" h="146671">
                <a:moveTo>
                  <a:pt x="124555" y="20081"/>
                </a:moveTo>
                <a:cubicBezTo>
                  <a:pt x="128652" y="23061"/>
                  <a:pt x="129569" y="28790"/>
                  <a:pt x="126589" y="32886"/>
                </a:cubicBezTo>
                <a:lnTo>
                  <a:pt x="53254" y="133722"/>
                </a:lnTo>
                <a:cubicBezTo>
                  <a:pt x="51678" y="135900"/>
                  <a:pt x="49244" y="137246"/>
                  <a:pt x="46551" y="137475"/>
                </a:cubicBezTo>
                <a:cubicBezTo>
                  <a:pt x="43858" y="137704"/>
                  <a:pt x="41251" y="136702"/>
                  <a:pt x="39360" y="134811"/>
                </a:cubicBezTo>
                <a:lnTo>
                  <a:pt x="2693" y="98143"/>
                </a:lnTo>
                <a:cubicBezTo>
                  <a:pt x="-888" y="94562"/>
                  <a:pt x="-888" y="88747"/>
                  <a:pt x="2693" y="85166"/>
                </a:cubicBezTo>
                <a:cubicBezTo>
                  <a:pt x="6274" y="81586"/>
                  <a:pt x="12089" y="81586"/>
                  <a:pt x="15670" y="85166"/>
                </a:cubicBezTo>
                <a:lnTo>
                  <a:pt x="44746" y="114243"/>
                </a:lnTo>
                <a:lnTo>
                  <a:pt x="111779" y="22087"/>
                </a:lnTo>
                <a:cubicBezTo>
                  <a:pt x="114758" y="17990"/>
                  <a:pt x="120488" y="17073"/>
                  <a:pt x="124584" y="2005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8" name="Text 16"/>
          <p:cNvSpPr/>
          <p:nvPr/>
        </p:nvSpPr>
        <p:spPr>
          <a:xfrm>
            <a:off x="1466707" y="3428427"/>
            <a:ext cx="1283368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Train/val/test splitting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37534" y="3703435"/>
            <a:ext cx="128337" cy="146671"/>
          </a:xfrm>
          <a:custGeom>
            <a:avLst/>
            <a:gdLst/>
            <a:ahLst/>
            <a:cxnLst/>
            <a:rect l="l" t="t" r="r" b="b"/>
            <a:pathLst>
              <a:path w="128337" h="146671">
                <a:moveTo>
                  <a:pt x="124555" y="20081"/>
                </a:moveTo>
                <a:cubicBezTo>
                  <a:pt x="128652" y="23061"/>
                  <a:pt x="129569" y="28790"/>
                  <a:pt x="126589" y="32886"/>
                </a:cubicBezTo>
                <a:lnTo>
                  <a:pt x="53254" y="133722"/>
                </a:lnTo>
                <a:cubicBezTo>
                  <a:pt x="51678" y="135900"/>
                  <a:pt x="49244" y="137246"/>
                  <a:pt x="46551" y="137475"/>
                </a:cubicBezTo>
                <a:cubicBezTo>
                  <a:pt x="43858" y="137704"/>
                  <a:pt x="41251" y="136702"/>
                  <a:pt x="39360" y="134811"/>
                </a:cubicBezTo>
                <a:lnTo>
                  <a:pt x="2693" y="98143"/>
                </a:lnTo>
                <a:cubicBezTo>
                  <a:pt x="-888" y="94562"/>
                  <a:pt x="-888" y="88747"/>
                  <a:pt x="2693" y="85166"/>
                </a:cubicBezTo>
                <a:cubicBezTo>
                  <a:pt x="6274" y="81586"/>
                  <a:pt x="12089" y="81586"/>
                  <a:pt x="15670" y="85166"/>
                </a:cubicBezTo>
                <a:lnTo>
                  <a:pt x="44746" y="114243"/>
                </a:lnTo>
                <a:lnTo>
                  <a:pt x="111779" y="22087"/>
                </a:lnTo>
                <a:cubicBezTo>
                  <a:pt x="114758" y="17990"/>
                  <a:pt x="120488" y="17073"/>
                  <a:pt x="124584" y="2005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0" name="Text 18"/>
          <p:cNvSpPr/>
          <p:nvPr/>
        </p:nvSpPr>
        <p:spPr>
          <a:xfrm>
            <a:off x="1466707" y="3685101"/>
            <a:ext cx="1219200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integrity checks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5011" y="4271783"/>
            <a:ext cx="5600986" cy="2585071"/>
          </a:xfrm>
          <a:custGeom>
            <a:avLst/>
            <a:gdLst/>
            <a:ahLst/>
            <a:cxnLst/>
            <a:rect l="l" t="t" r="r" b="b"/>
            <a:pathLst>
              <a:path w="5600986" h="2585071">
                <a:moveTo>
                  <a:pt x="36668" y="0"/>
                </a:moveTo>
                <a:lnTo>
                  <a:pt x="5527648" y="0"/>
                </a:lnTo>
                <a:cubicBezTo>
                  <a:pt x="5568152" y="0"/>
                  <a:pt x="5600986" y="32835"/>
                  <a:pt x="5600986" y="73338"/>
                </a:cubicBezTo>
                <a:lnTo>
                  <a:pt x="5600986" y="2511732"/>
                </a:lnTo>
                <a:cubicBezTo>
                  <a:pt x="5600986" y="2552236"/>
                  <a:pt x="5568152" y="2585071"/>
                  <a:pt x="5527648" y="2585071"/>
                </a:cubicBezTo>
                <a:lnTo>
                  <a:pt x="36668" y="2585071"/>
                </a:lnTo>
                <a:cubicBezTo>
                  <a:pt x="16417" y="2585071"/>
                  <a:pt x="0" y="2568654"/>
                  <a:pt x="0" y="2548403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85011" y="4271783"/>
            <a:ext cx="36668" cy="2585071"/>
          </a:xfrm>
          <a:custGeom>
            <a:avLst/>
            <a:gdLst/>
            <a:ahLst/>
            <a:cxnLst/>
            <a:rect l="l" t="t" r="r" b="b"/>
            <a:pathLst>
              <a:path w="36668" h="2585071">
                <a:moveTo>
                  <a:pt x="36668" y="0"/>
                </a:moveTo>
                <a:lnTo>
                  <a:pt x="36668" y="0"/>
                </a:lnTo>
                <a:lnTo>
                  <a:pt x="36668" y="2585071"/>
                </a:lnTo>
                <a:lnTo>
                  <a:pt x="36668" y="2585071"/>
                </a:lnTo>
                <a:cubicBezTo>
                  <a:pt x="16417" y="2585071"/>
                  <a:pt x="0" y="2568654"/>
                  <a:pt x="0" y="2548403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3" name="Shape 21"/>
          <p:cNvSpPr/>
          <p:nvPr/>
        </p:nvSpPr>
        <p:spPr>
          <a:xfrm>
            <a:off x="623350" y="4491789"/>
            <a:ext cx="440012" cy="440012"/>
          </a:xfrm>
          <a:custGeom>
            <a:avLst/>
            <a:gdLst/>
            <a:ahLst/>
            <a:cxnLst/>
            <a:rect l="l" t="t" r="r" b="b"/>
            <a:pathLst>
              <a:path w="440012" h="440012">
                <a:moveTo>
                  <a:pt x="220006" y="0"/>
                </a:moveTo>
                <a:lnTo>
                  <a:pt x="220006" y="0"/>
                </a:lnTo>
                <a:cubicBezTo>
                  <a:pt x="341431" y="0"/>
                  <a:pt x="440012" y="98581"/>
                  <a:pt x="440012" y="220006"/>
                </a:cubicBezTo>
                <a:lnTo>
                  <a:pt x="440012" y="220006"/>
                </a:lnTo>
                <a:cubicBezTo>
                  <a:pt x="440012" y="341431"/>
                  <a:pt x="341431" y="440012"/>
                  <a:pt x="220006" y="440012"/>
                </a:cubicBezTo>
                <a:lnTo>
                  <a:pt x="220006" y="440012"/>
                </a:lnTo>
                <a:cubicBezTo>
                  <a:pt x="98581" y="440012"/>
                  <a:pt x="0" y="341431"/>
                  <a:pt x="0" y="220006"/>
                </a:cubicBezTo>
                <a:lnTo>
                  <a:pt x="0" y="220006"/>
                </a:lnTo>
                <a:cubicBezTo>
                  <a:pt x="0" y="98581"/>
                  <a:pt x="98581" y="0"/>
                  <a:pt x="220006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51687" y="4620126"/>
            <a:ext cx="183338" cy="183338"/>
          </a:xfrm>
          <a:custGeom>
            <a:avLst/>
            <a:gdLst/>
            <a:ahLst/>
            <a:cxnLst/>
            <a:rect l="l" t="t" r="r" b="b"/>
            <a:pathLst>
              <a:path w="183338" h="183338">
                <a:moveTo>
                  <a:pt x="42970" y="20053"/>
                </a:moveTo>
                <a:cubicBezTo>
                  <a:pt x="42970" y="8988"/>
                  <a:pt x="51958" y="0"/>
                  <a:pt x="63023" y="0"/>
                </a:cubicBezTo>
                <a:lnTo>
                  <a:pt x="71617" y="0"/>
                </a:lnTo>
                <a:cubicBezTo>
                  <a:pt x="77955" y="0"/>
                  <a:pt x="83075" y="5121"/>
                  <a:pt x="83075" y="11459"/>
                </a:cubicBezTo>
                <a:lnTo>
                  <a:pt x="83075" y="171880"/>
                </a:lnTo>
                <a:cubicBezTo>
                  <a:pt x="83075" y="178218"/>
                  <a:pt x="77955" y="183338"/>
                  <a:pt x="71617" y="183338"/>
                </a:cubicBezTo>
                <a:lnTo>
                  <a:pt x="60158" y="183338"/>
                </a:lnTo>
                <a:cubicBezTo>
                  <a:pt x="49487" y="183338"/>
                  <a:pt x="40499" y="176033"/>
                  <a:pt x="37957" y="166150"/>
                </a:cubicBezTo>
                <a:cubicBezTo>
                  <a:pt x="37706" y="166150"/>
                  <a:pt x="37491" y="166150"/>
                  <a:pt x="37241" y="166150"/>
                </a:cubicBezTo>
                <a:cubicBezTo>
                  <a:pt x="21413" y="166150"/>
                  <a:pt x="8594" y="153331"/>
                  <a:pt x="8594" y="137504"/>
                </a:cubicBezTo>
                <a:cubicBezTo>
                  <a:pt x="8594" y="131058"/>
                  <a:pt x="10742" y="125114"/>
                  <a:pt x="14323" y="120316"/>
                </a:cubicBezTo>
                <a:cubicBezTo>
                  <a:pt x="7377" y="115088"/>
                  <a:pt x="2865" y="106780"/>
                  <a:pt x="2865" y="97398"/>
                </a:cubicBezTo>
                <a:cubicBezTo>
                  <a:pt x="2865" y="86334"/>
                  <a:pt x="9167" y="76701"/>
                  <a:pt x="18334" y="71939"/>
                </a:cubicBezTo>
                <a:cubicBezTo>
                  <a:pt x="15791" y="67642"/>
                  <a:pt x="14323" y="62629"/>
                  <a:pt x="14323" y="57293"/>
                </a:cubicBezTo>
                <a:cubicBezTo>
                  <a:pt x="14323" y="41466"/>
                  <a:pt x="27143" y="28647"/>
                  <a:pt x="42970" y="28647"/>
                </a:cubicBezTo>
                <a:lnTo>
                  <a:pt x="42970" y="20053"/>
                </a:lnTo>
                <a:close/>
                <a:moveTo>
                  <a:pt x="140368" y="20053"/>
                </a:moveTo>
                <a:lnTo>
                  <a:pt x="140368" y="28647"/>
                </a:lnTo>
                <a:cubicBezTo>
                  <a:pt x="156196" y="28647"/>
                  <a:pt x="169015" y="41466"/>
                  <a:pt x="169015" y="57293"/>
                </a:cubicBezTo>
                <a:cubicBezTo>
                  <a:pt x="169015" y="62664"/>
                  <a:pt x="167547" y="67678"/>
                  <a:pt x="165005" y="71939"/>
                </a:cubicBezTo>
                <a:cubicBezTo>
                  <a:pt x="174207" y="76701"/>
                  <a:pt x="180474" y="86298"/>
                  <a:pt x="180474" y="97398"/>
                </a:cubicBezTo>
                <a:cubicBezTo>
                  <a:pt x="180474" y="106780"/>
                  <a:pt x="175962" y="115088"/>
                  <a:pt x="169015" y="120316"/>
                </a:cubicBezTo>
                <a:cubicBezTo>
                  <a:pt x="172596" y="125114"/>
                  <a:pt x="174744" y="131058"/>
                  <a:pt x="174744" y="137504"/>
                </a:cubicBezTo>
                <a:cubicBezTo>
                  <a:pt x="174744" y="153331"/>
                  <a:pt x="161925" y="166150"/>
                  <a:pt x="146098" y="166150"/>
                </a:cubicBezTo>
                <a:cubicBezTo>
                  <a:pt x="145847" y="166150"/>
                  <a:pt x="145632" y="166150"/>
                  <a:pt x="145382" y="166150"/>
                </a:cubicBezTo>
                <a:cubicBezTo>
                  <a:pt x="142839" y="176033"/>
                  <a:pt x="133851" y="183338"/>
                  <a:pt x="123180" y="183338"/>
                </a:cubicBezTo>
                <a:lnTo>
                  <a:pt x="111722" y="183338"/>
                </a:lnTo>
                <a:cubicBezTo>
                  <a:pt x="105384" y="183338"/>
                  <a:pt x="100263" y="178218"/>
                  <a:pt x="100263" y="171880"/>
                </a:cubicBezTo>
                <a:lnTo>
                  <a:pt x="100263" y="11459"/>
                </a:lnTo>
                <a:cubicBezTo>
                  <a:pt x="100263" y="5121"/>
                  <a:pt x="105384" y="0"/>
                  <a:pt x="111722" y="0"/>
                </a:cubicBezTo>
                <a:lnTo>
                  <a:pt x="120316" y="0"/>
                </a:lnTo>
                <a:cubicBezTo>
                  <a:pt x="131381" y="0"/>
                  <a:pt x="140368" y="8988"/>
                  <a:pt x="140368" y="2005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5" name="Text 23"/>
          <p:cNvSpPr/>
          <p:nvPr/>
        </p:nvSpPr>
        <p:spPr>
          <a:xfrm>
            <a:off x="1210033" y="4491789"/>
            <a:ext cx="4647627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DeepfakeDetectorModel Module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10033" y="4858466"/>
            <a:ext cx="4629293" cy="715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5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neural network construction with CNN layers for spatial feature learning, batch normalization for training stability, and dense layers for binary classification decision-making.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237534" y="5701823"/>
            <a:ext cx="128337" cy="146671"/>
          </a:xfrm>
          <a:custGeom>
            <a:avLst/>
            <a:gdLst/>
            <a:ahLst/>
            <a:cxnLst/>
            <a:rect l="l" t="t" r="r" b="b"/>
            <a:pathLst>
              <a:path w="128337" h="146671">
                <a:moveTo>
                  <a:pt x="124555" y="20081"/>
                </a:moveTo>
                <a:cubicBezTo>
                  <a:pt x="128652" y="23061"/>
                  <a:pt x="129569" y="28790"/>
                  <a:pt x="126589" y="32886"/>
                </a:cubicBezTo>
                <a:lnTo>
                  <a:pt x="53254" y="133722"/>
                </a:lnTo>
                <a:cubicBezTo>
                  <a:pt x="51678" y="135900"/>
                  <a:pt x="49244" y="137246"/>
                  <a:pt x="46551" y="137475"/>
                </a:cubicBezTo>
                <a:cubicBezTo>
                  <a:pt x="43858" y="137704"/>
                  <a:pt x="41251" y="136702"/>
                  <a:pt x="39360" y="134811"/>
                </a:cubicBezTo>
                <a:lnTo>
                  <a:pt x="2693" y="98143"/>
                </a:lnTo>
                <a:cubicBezTo>
                  <a:pt x="-888" y="94562"/>
                  <a:pt x="-888" y="88747"/>
                  <a:pt x="2693" y="85166"/>
                </a:cubicBezTo>
                <a:cubicBezTo>
                  <a:pt x="6274" y="81586"/>
                  <a:pt x="12089" y="81586"/>
                  <a:pt x="15670" y="85166"/>
                </a:cubicBezTo>
                <a:lnTo>
                  <a:pt x="44746" y="114243"/>
                </a:lnTo>
                <a:lnTo>
                  <a:pt x="111779" y="22087"/>
                </a:lnTo>
                <a:cubicBezTo>
                  <a:pt x="114758" y="17990"/>
                  <a:pt x="120488" y="17073"/>
                  <a:pt x="124584" y="2005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8" name="Text 26"/>
          <p:cNvSpPr/>
          <p:nvPr/>
        </p:nvSpPr>
        <p:spPr>
          <a:xfrm>
            <a:off x="1466707" y="5683489"/>
            <a:ext cx="1659212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architecture definition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237534" y="5958496"/>
            <a:ext cx="128337" cy="146671"/>
          </a:xfrm>
          <a:custGeom>
            <a:avLst/>
            <a:gdLst/>
            <a:ahLst/>
            <a:cxnLst/>
            <a:rect l="l" t="t" r="r" b="b"/>
            <a:pathLst>
              <a:path w="128337" h="146671">
                <a:moveTo>
                  <a:pt x="124555" y="20081"/>
                </a:moveTo>
                <a:cubicBezTo>
                  <a:pt x="128652" y="23061"/>
                  <a:pt x="129569" y="28790"/>
                  <a:pt x="126589" y="32886"/>
                </a:cubicBezTo>
                <a:lnTo>
                  <a:pt x="53254" y="133722"/>
                </a:lnTo>
                <a:cubicBezTo>
                  <a:pt x="51678" y="135900"/>
                  <a:pt x="49244" y="137246"/>
                  <a:pt x="46551" y="137475"/>
                </a:cubicBezTo>
                <a:cubicBezTo>
                  <a:pt x="43858" y="137704"/>
                  <a:pt x="41251" y="136702"/>
                  <a:pt x="39360" y="134811"/>
                </a:cubicBezTo>
                <a:lnTo>
                  <a:pt x="2693" y="98143"/>
                </a:lnTo>
                <a:cubicBezTo>
                  <a:pt x="-888" y="94562"/>
                  <a:pt x="-888" y="88747"/>
                  <a:pt x="2693" y="85166"/>
                </a:cubicBezTo>
                <a:cubicBezTo>
                  <a:pt x="6274" y="81586"/>
                  <a:pt x="12089" y="81586"/>
                  <a:pt x="15670" y="85166"/>
                </a:cubicBezTo>
                <a:lnTo>
                  <a:pt x="44746" y="114243"/>
                </a:lnTo>
                <a:lnTo>
                  <a:pt x="111779" y="22087"/>
                </a:lnTo>
                <a:cubicBezTo>
                  <a:pt x="114758" y="17990"/>
                  <a:pt x="120488" y="17073"/>
                  <a:pt x="124584" y="2005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0" name="Text 28"/>
          <p:cNvSpPr/>
          <p:nvPr/>
        </p:nvSpPr>
        <p:spPr>
          <a:xfrm>
            <a:off x="1466707" y="5940162"/>
            <a:ext cx="1540042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loop management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237534" y="6215170"/>
            <a:ext cx="128337" cy="146671"/>
          </a:xfrm>
          <a:custGeom>
            <a:avLst/>
            <a:gdLst/>
            <a:ahLst/>
            <a:cxnLst/>
            <a:rect l="l" t="t" r="r" b="b"/>
            <a:pathLst>
              <a:path w="128337" h="146671">
                <a:moveTo>
                  <a:pt x="124555" y="20081"/>
                </a:moveTo>
                <a:cubicBezTo>
                  <a:pt x="128652" y="23061"/>
                  <a:pt x="129569" y="28790"/>
                  <a:pt x="126589" y="32886"/>
                </a:cubicBezTo>
                <a:lnTo>
                  <a:pt x="53254" y="133722"/>
                </a:lnTo>
                <a:cubicBezTo>
                  <a:pt x="51678" y="135900"/>
                  <a:pt x="49244" y="137246"/>
                  <a:pt x="46551" y="137475"/>
                </a:cubicBezTo>
                <a:cubicBezTo>
                  <a:pt x="43858" y="137704"/>
                  <a:pt x="41251" y="136702"/>
                  <a:pt x="39360" y="134811"/>
                </a:cubicBezTo>
                <a:lnTo>
                  <a:pt x="2693" y="98143"/>
                </a:lnTo>
                <a:cubicBezTo>
                  <a:pt x="-888" y="94562"/>
                  <a:pt x="-888" y="88747"/>
                  <a:pt x="2693" y="85166"/>
                </a:cubicBezTo>
                <a:cubicBezTo>
                  <a:pt x="6274" y="81586"/>
                  <a:pt x="12089" y="81586"/>
                  <a:pt x="15670" y="85166"/>
                </a:cubicBezTo>
                <a:lnTo>
                  <a:pt x="44746" y="114243"/>
                </a:lnTo>
                <a:lnTo>
                  <a:pt x="111779" y="22087"/>
                </a:lnTo>
                <a:cubicBezTo>
                  <a:pt x="114758" y="17990"/>
                  <a:pt x="120488" y="17073"/>
                  <a:pt x="124584" y="2005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2" name="Text 30"/>
          <p:cNvSpPr/>
          <p:nvPr/>
        </p:nvSpPr>
        <p:spPr>
          <a:xfrm>
            <a:off x="1466707" y="6196836"/>
            <a:ext cx="1320036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Evaluation and metrics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237534" y="6471844"/>
            <a:ext cx="128337" cy="146671"/>
          </a:xfrm>
          <a:custGeom>
            <a:avLst/>
            <a:gdLst/>
            <a:ahLst/>
            <a:cxnLst/>
            <a:rect l="l" t="t" r="r" b="b"/>
            <a:pathLst>
              <a:path w="128337" h="146671">
                <a:moveTo>
                  <a:pt x="124555" y="20081"/>
                </a:moveTo>
                <a:cubicBezTo>
                  <a:pt x="128652" y="23061"/>
                  <a:pt x="129569" y="28790"/>
                  <a:pt x="126589" y="32886"/>
                </a:cubicBezTo>
                <a:lnTo>
                  <a:pt x="53254" y="133722"/>
                </a:lnTo>
                <a:cubicBezTo>
                  <a:pt x="51678" y="135900"/>
                  <a:pt x="49244" y="137246"/>
                  <a:pt x="46551" y="137475"/>
                </a:cubicBezTo>
                <a:cubicBezTo>
                  <a:pt x="43858" y="137704"/>
                  <a:pt x="41251" y="136702"/>
                  <a:pt x="39360" y="134811"/>
                </a:cubicBezTo>
                <a:lnTo>
                  <a:pt x="2693" y="98143"/>
                </a:lnTo>
                <a:cubicBezTo>
                  <a:pt x="-888" y="94562"/>
                  <a:pt x="-888" y="88747"/>
                  <a:pt x="2693" y="85166"/>
                </a:cubicBezTo>
                <a:cubicBezTo>
                  <a:pt x="6274" y="81586"/>
                  <a:pt x="12089" y="81586"/>
                  <a:pt x="15670" y="85166"/>
                </a:cubicBezTo>
                <a:lnTo>
                  <a:pt x="44746" y="114243"/>
                </a:lnTo>
                <a:lnTo>
                  <a:pt x="111779" y="22087"/>
                </a:lnTo>
                <a:cubicBezTo>
                  <a:pt x="114758" y="17990"/>
                  <a:pt x="120488" y="17073"/>
                  <a:pt x="124584" y="2005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4" name="Text 32"/>
          <p:cNvSpPr/>
          <p:nvPr/>
        </p:nvSpPr>
        <p:spPr>
          <a:xfrm>
            <a:off x="1466707" y="6453510"/>
            <a:ext cx="1081696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persistence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23191" y="1503374"/>
            <a:ext cx="5600986" cy="2585071"/>
          </a:xfrm>
          <a:custGeom>
            <a:avLst/>
            <a:gdLst/>
            <a:ahLst/>
            <a:cxnLst/>
            <a:rect l="l" t="t" r="r" b="b"/>
            <a:pathLst>
              <a:path w="5600986" h="2585071">
                <a:moveTo>
                  <a:pt x="36668" y="0"/>
                </a:moveTo>
                <a:lnTo>
                  <a:pt x="5527648" y="0"/>
                </a:lnTo>
                <a:cubicBezTo>
                  <a:pt x="5568152" y="0"/>
                  <a:pt x="5600986" y="32835"/>
                  <a:pt x="5600986" y="73338"/>
                </a:cubicBezTo>
                <a:lnTo>
                  <a:pt x="5600986" y="2511732"/>
                </a:lnTo>
                <a:cubicBezTo>
                  <a:pt x="5600986" y="2552236"/>
                  <a:pt x="5568152" y="2585071"/>
                  <a:pt x="5527648" y="2585071"/>
                </a:cubicBezTo>
                <a:lnTo>
                  <a:pt x="36668" y="2585071"/>
                </a:lnTo>
                <a:cubicBezTo>
                  <a:pt x="16417" y="2585071"/>
                  <a:pt x="0" y="2568654"/>
                  <a:pt x="0" y="2548403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223191" y="1503374"/>
            <a:ext cx="36668" cy="2585071"/>
          </a:xfrm>
          <a:custGeom>
            <a:avLst/>
            <a:gdLst/>
            <a:ahLst/>
            <a:cxnLst/>
            <a:rect l="l" t="t" r="r" b="b"/>
            <a:pathLst>
              <a:path w="36668" h="2585071">
                <a:moveTo>
                  <a:pt x="36668" y="0"/>
                </a:moveTo>
                <a:lnTo>
                  <a:pt x="36668" y="0"/>
                </a:lnTo>
                <a:lnTo>
                  <a:pt x="36668" y="2585071"/>
                </a:lnTo>
                <a:lnTo>
                  <a:pt x="36668" y="2585071"/>
                </a:lnTo>
                <a:cubicBezTo>
                  <a:pt x="16417" y="2585071"/>
                  <a:pt x="0" y="2568654"/>
                  <a:pt x="0" y="2548403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7" name="Shape 35"/>
          <p:cNvSpPr/>
          <p:nvPr/>
        </p:nvSpPr>
        <p:spPr>
          <a:xfrm>
            <a:off x="6461531" y="1723380"/>
            <a:ext cx="440012" cy="440012"/>
          </a:xfrm>
          <a:custGeom>
            <a:avLst/>
            <a:gdLst/>
            <a:ahLst/>
            <a:cxnLst/>
            <a:rect l="l" t="t" r="r" b="b"/>
            <a:pathLst>
              <a:path w="440012" h="440012">
                <a:moveTo>
                  <a:pt x="220006" y="0"/>
                </a:moveTo>
                <a:lnTo>
                  <a:pt x="220006" y="0"/>
                </a:lnTo>
                <a:cubicBezTo>
                  <a:pt x="341431" y="0"/>
                  <a:pt x="440012" y="98581"/>
                  <a:pt x="440012" y="220006"/>
                </a:cubicBezTo>
                <a:lnTo>
                  <a:pt x="440012" y="220006"/>
                </a:lnTo>
                <a:cubicBezTo>
                  <a:pt x="440012" y="341431"/>
                  <a:pt x="341431" y="440012"/>
                  <a:pt x="220006" y="440012"/>
                </a:cubicBezTo>
                <a:lnTo>
                  <a:pt x="220006" y="440012"/>
                </a:lnTo>
                <a:cubicBezTo>
                  <a:pt x="98581" y="440012"/>
                  <a:pt x="0" y="341431"/>
                  <a:pt x="0" y="220006"/>
                </a:cubicBezTo>
                <a:lnTo>
                  <a:pt x="0" y="220006"/>
                </a:lnTo>
                <a:cubicBezTo>
                  <a:pt x="0" y="98581"/>
                  <a:pt x="98581" y="0"/>
                  <a:pt x="220006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601326" y="1851717"/>
            <a:ext cx="160421" cy="183338"/>
          </a:xfrm>
          <a:custGeom>
            <a:avLst/>
            <a:gdLst/>
            <a:ahLst/>
            <a:cxnLst/>
            <a:rect l="l" t="t" r="r" b="b"/>
            <a:pathLst>
              <a:path w="160421" h="183338">
                <a:moveTo>
                  <a:pt x="121318" y="-3545"/>
                </a:moveTo>
                <a:cubicBezTo>
                  <a:pt x="125580" y="-466"/>
                  <a:pt x="127155" y="5121"/>
                  <a:pt x="125222" y="9991"/>
                </a:cubicBezTo>
                <a:lnTo>
                  <a:pt x="97148" y="80211"/>
                </a:lnTo>
                <a:lnTo>
                  <a:pt x="148962" y="80211"/>
                </a:lnTo>
                <a:cubicBezTo>
                  <a:pt x="153797" y="80211"/>
                  <a:pt x="158094" y="83218"/>
                  <a:pt x="159741" y="87766"/>
                </a:cubicBezTo>
                <a:cubicBezTo>
                  <a:pt x="161388" y="92314"/>
                  <a:pt x="159991" y="97398"/>
                  <a:pt x="156303" y="100478"/>
                </a:cubicBezTo>
                <a:lnTo>
                  <a:pt x="53175" y="186418"/>
                </a:lnTo>
                <a:cubicBezTo>
                  <a:pt x="49129" y="189784"/>
                  <a:pt x="43364" y="189963"/>
                  <a:pt x="39103" y="186883"/>
                </a:cubicBezTo>
                <a:cubicBezTo>
                  <a:pt x="34841" y="183804"/>
                  <a:pt x="33266" y="178218"/>
                  <a:pt x="35200" y="173348"/>
                </a:cubicBezTo>
                <a:lnTo>
                  <a:pt x="63273" y="103128"/>
                </a:lnTo>
                <a:lnTo>
                  <a:pt x="11459" y="103128"/>
                </a:lnTo>
                <a:cubicBezTo>
                  <a:pt x="6625" y="103128"/>
                  <a:pt x="2328" y="100120"/>
                  <a:pt x="680" y="95572"/>
                </a:cubicBezTo>
                <a:cubicBezTo>
                  <a:pt x="-967" y="91025"/>
                  <a:pt x="430" y="85940"/>
                  <a:pt x="4118" y="82860"/>
                </a:cubicBezTo>
                <a:lnTo>
                  <a:pt x="107246" y="-3080"/>
                </a:lnTo>
                <a:cubicBezTo>
                  <a:pt x="111292" y="-6445"/>
                  <a:pt x="117057" y="-6625"/>
                  <a:pt x="121318" y="-3545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9" name="Text 37"/>
          <p:cNvSpPr/>
          <p:nvPr/>
        </p:nvSpPr>
        <p:spPr>
          <a:xfrm>
            <a:off x="7048214" y="1723380"/>
            <a:ext cx="4647627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InferenceModel Module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048214" y="2090057"/>
            <a:ext cx="4629293" cy="715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5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Handles real-time prediction workflows with user input preprocessing, trained model invocation, and seamless web interface integration for instant classification results.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075714" y="2933414"/>
            <a:ext cx="128337" cy="146671"/>
          </a:xfrm>
          <a:custGeom>
            <a:avLst/>
            <a:gdLst/>
            <a:ahLst/>
            <a:cxnLst/>
            <a:rect l="l" t="t" r="r" b="b"/>
            <a:pathLst>
              <a:path w="128337" h="146671">
                <a:moveTo>
                  <a:pt x="124555" y="20081"/>
                </a:moveTo>
                <a:cubicBezTo>
                  <a:pt x="128652" y="23061"/>
                  <a:pt x="129569" y="28790"/>
                  <a:pt x="126589" y="32886"/>
                </a:cubicBezTo>
                <a:lnTo>
                  <a:pt x="53254" y="133722"/>
                </a:lnTo>
                <a:cubicBezTo>
                  <a:pt x="51678" y="135900"/>
                  <a:pt x="49244" y="137246"/>
                  <a:pt x="46551" y="137475"/>
                </a:cubicBezTo>
                <a:cubicBezTo>
                  <a:pt x="43858" y="137704"/>
                  <a:pt x="41251" y="136702"/>
                  <a:pt x="39360" y="134811"/>
                </a:cubicBezTo>
                <a:lnTo>
                  <a:pt x="2693" y="98143"/>
                </a:lnTo>
                <a:cubicBezTo>
                  <a:pt x="-888" y="94562"/>
                  <a:pt x="-888" y="88747"/>
                  <a:pt x="2693" y="85166"/>
                </a:cubicBezTo>
                <a:cubicBezTo>
                  <a:pt x="6274" y="81586"/>
                  <a:pt x="12089" y="81586"/>
                  <a:pt x="15670" y="85166"/>
                </a:cubicBezTo>
                <a:lnTo>
                  <a:pt x="44746" y="114243"/>
                </a:lnTo>
                <a:lnTo>
                  <a:pt x="111779" y="22087"/>
                </a:lnTo>
                <a:cubicBezTo>
                  <a:pt x="114758" y="17990"/>
                  <a:pt x="120488" y="17073"/>
                  <a:pt x="124584" y="2005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2" name="Text 40"/>
          <p:cNvSpPr/>
          <p:nvPr/>
        </p:nvSpPr>
        <p:spPr>
          <a:xfrm>
            <a:off x="7304887" y="2915080"/>
            <a:ext cx="1677546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prediction pipeline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075714" y="3190087"/>
            <a:ext cx="128337" cy="146671"/>
          </a:xfrm>
          <a:custGeom>
            <a:avLst/>
            <a:gdLst/>
            <a:ahLst/>
            <a:cxnLst/>
            <a:rect l="l" t="t" r="r" b="b"/>
            <a:pathLst>
              <a:path w="128337" h="146671">
                <a:moveTo>
                  <a:pt x="124555" y="20081"/>
                </a:moveTo>
                <a:cubicBezTo>
                  <a:pt x="128652" y="23061"/>
                  <a:pt x="129569" y="28790"/>
                  <a:pt x="126589" y="32886"/>
                </a:cubicBezTo>
                <a:lnTo>
                  <a:pt x="53254" y="133722"/>
                </a:lnTo>
                <a:cubicBezTo>
                  <a:pt x="51678" y="135900"/>
                  <a:pt x="49244" y="137246"/>
                  <a:pt x="46551" y="137475"/>
                </a:cubicBezTo>
                <a:cubicBezTo>
                  <a:pt x="43858" y="137704"/>
                  <a:pt x="41251" y="136702"/>
                  <a:pt x="39360" y="134811"/>
                </a:cubicBezTo>
                <a:lnTo>
                  <a:pt x="2693" y="98143"/>
                </a:lnTo>
                <a:cubicBezTo>
                  <a:pt x="-888" y="94562"/>
                  <a:pt x="-888" y="88747"/>
                  <a:pt x="2693" y="85166"/>
                </a:cubicBezTo>
                <a:cubicBezTo>
                  <a:pt x="6274" y="81586"/>
                  <a:pt x="12089" y="81586"/>
                  <a:pt x="15670" y="85166"/>
                </a:cubicBezTo>
                <a:lnTo>
                  <a:pt x="44746" y="114243"/>
                </a:lnTo>
                <a:lnTo>
                  <a:pt x="111779" y="22087"/>
                </a:lnTo>
                <a:cubicBezTo>
                  <a:pt x="114758" y="17990"/>
                  <a:pt x="120488" y="17073"/>
                  <a:pt x="124584" y="2005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4" name="Text 42"/>
          <p:cNvSpPr/>
          <p:nvPr/>
        </p:nvSpPr>
        <p:spPr>
          <a:xfrm>
            <a:off x="7304887" y="3171753"/>
            <a:ext cx="1860884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preprocessing &amp; validation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075714" y="3446761"/>
            <a:ext cx="128337" cy="146671"/>
          </a:xfrm>
          <a:custGeom>
            <a:avLst/>
            <a:gdLst/>
            <a:ahLst/>
            <a:cxnLst/>
            <a:rect l="l" t="t" r="r" b="b"/>
            <a:pathLst>
              <a:path w="128337" h="146671">
                <a:moveTo>
                  <a:pt x="124555" y="20081"/>
                </a:moveTo>
                <a:cubicBezTo>
                  <a:pt x="128652" y="23061"/>
                  <a:pt x="129569" y="28790"/>
                  <a:pt x="126589" y="32886"/>
                </a:cubicBezTo>
                <a:lnTo>
                  <a:pt x="53254" y="133722"/>
                </a:lnTo>
                <a:cubicBezTo>
                  <a:pt x="51678" y="135900"/>
                  <a:pt x="49244" y="137246"/>
                  <a:pt x="46551" y="137475"/>
                </a:cubicBezTo>
                <a:cubicBezTo>
                  <a:pt x="43858" y="137704"/>
                  <a:pt x="41251" y="136702"/>
                  <a:pt x="39360" y="134811"/>
                </a:cubicBezTo>
                <a:lnTo>
                  <a:pt x="2693" y="98143"/>
                </a:lnTo>
                <a:cubicBezTo>
                  <a:pt x="-888" y="94562"/>
                  <a:pt x="-888" y="88747"/>
                  <a:pt x="2693" y="85166"/>
                </a:cubicBezTo>
                <a:cubicBezTo>
                  <a:pt x="6274" y="81586"/>
                  <a:pt x="12089" y="81586"/>
                  <a:pt x="15670" y="85166"/>
                </a:cubicBezTo>
                <a:lnTo>
                  <a:pt x="44746" y="114243"/>
                </a:lnTo>
                <a:lnTo>
                  <a:pt x="111779" y="22087"/>
                </a:lnTo>
                <a:cubicBezTo>
                  <a:pt x="114758" y="17990"/>
                  <a:pt x="120488" y="17073"/>
                  <a:pt x="124584" y="2005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6" name="Text 44"/>
          <p:cNvSpPr/>
          <p:nvPr/>
        </p:nvSpPr>
        <p:spPr>
          <a:xfrm>
            <a:off x="7304887" y="3428427"/>
            <a:ext cx="1659212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Confidence score calculation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075714" y="3703435"/>
            <a:ext cx="128337" cy="146671"/>
          </a:xfrm>
          <a:custGeom>
            <a:avLst/>
            <a:gdLst/>
            <a:ahLst/>
            <a:cxnLst/>
            <a:rect l="l" t="t" r="r" b="b"/>
            <a:pathLst>
              <a:path w="128337" h="146671">
                <a:moveTo>
                  <a:pt x="124555" y="20081"/>
                </a:moveTo>
                <a:cubicBezTo>
                  <a:pt x="128652" y="23061"/>
                  <a:pt x="129569" y="28790"/>
                  <a:pt x="126589" y="32886"/>
                </a:cubicBezTo>
                <a:lnTo>
                  <a:pt x="53254" y="133722"/>
                </a:lnTo>
                <a:cubicBezTo>
                  <a:pt x="51678" y="135900"/>
                  <a:pt x="49244" y="137246"/>
                  <a:pt x="46551" y="137475"/>
                </a:cubicBezTo>
                <a:cubicBezTo>
                  <a:pt x="43858" y="137704"/>
                  <a:pt x="41251" y="136702"/>
                  <a:pt x="39360" y="134811"/>
                </a:cubicBezTo>
                <a:lnTo>
                  <a:pt x="2693" y="98143"/>
                </a:lnTo>
                <a:cubicBezTo>
                  <a:pt x="-888" y="94562"/>
                  <a:pt x="-888" y="88747"/>
                  <a:pt x="2693" y="85166"/>
                </a:cubicBezTo>
                <a:cubicBezTo>
                  <a:pt x="6274" y="81586"/>
                  <a:pt x="12089" y="81586"/>
                  <a:pt x="15670" y="85166"/>
                </a:cubicBezTo>
                <a:lnTo>
                  <a:pt x="44746" y="114243"/>
                </a:lnTo>
                <a:lnTo>
                  <a:pt x="111779" y="22087"/>
                </a:lnTo>
                <a:cubicBezTo>
                  <a:pt x="114758" y="17990"/>
                  <a:pt x="120488" y="17073"/>
                  <a:pt x="124584" y="2005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8" name="Text 46"/>
          <p:cNvSpPr/>
          <p:nvPr/>
        </p:nvSpPr>
        <p:spPr>
          <a:xfrm>
            <a:off x="7304887" y="3685101"/>
            <a:ext cx="1347537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server integration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204857" y="4271783"/>
            <a:ext cx="5619320" cy="2346731"/>
          </a:xfrm>
          <a:custGeom>
            <a:avLst/>
            <a:gdLst/>
            <a:ahLst/>
            <a:cxnLst/>
            <a:rect l="l" t="t" r="r" b="b"/>
            <a:pathLst>
              <a:path w="5619320" h="2346731">
                <a:moveTo>
                  <a:pt x="73335" y="0"/>
                </a:moveTo>
                <a:lnTo>
                  <a:pt x="5545985" y="0"/>
                </a:lnTo>
                <a:cubicBezTo>
                  <a:pt x="5586487" y="0"/>
                  <a:pt x="5619320" y="32833"/>
                  <a:pt x="5619320" y="73335"/>
                </a:cubicBezTo>
                <a:lnTo>
                  <a:pt x="5619320" y="2273395"/>
                </a:lnTo>
                <a:cubicBezTo>
                  <a:pt x="5619320" y="2313897"/>
                  <a:pt x="5586487" y="2346731"/>
                  <a:pt x="5545985" y="2346731"/>
                </a:cubicBezTo>
                <a:lnTo>
                  <a:pt x="73335" y="2346731"/>
                </a:lnTo>
                <a:cubicBezTo>
                  <a:pt x="32833" y="2346731"/>
                  <a:pt x="0" y="2313897"/>
                  <a:pt x="0" y="2273395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424863" y="4491789"/>
            <a:ext cx="440012" cy="440012"/>
          </a:xfrm>
          <a:custGeom>
            <a:avLst/>
            <a:gdLst/>
            <a:ahLst/>
            <a:cxnLst/>
            <a:rect l="l" t="t" r="r" b="b"/>
            <a:pathLst>
              <a:path w="440012" h="440012">
                <a:moveTo>
                  <a:pt x="220006" y="0"/>
                </a:moveTo>
                <a:lnTo>
                  <a:pt x="220006" y="0"/>
                </a:lnTo>
                <a:cubicBezTo>
                  <a:pt x="341431" y="0"/>
                  <a:pt x="440012" y="98581"/>
                  <a:pt x="440012" y="220006"/>
                </a:cubicBezTo>
                <a:lnTo>
                  <a:pt x="440012" y="220006"/>
                </a:lnTo>
                <a:cubicBezTo>
                  <a:pt x="440012" y="341431"/>
                  <a:pt x="341431" y="440012"/>
                  <a:pt x="220006" y="440012"/>
                </a:cubicBezTo>
                <a:lnTo>
                  <a:pt x="220006" y="440012"/>
                </a:lnTo>
                <a:cubicBezTo>
                  <a:pt x="98581" y="440012"/>
                  <a:pt x="0" y="341431"/>
                  <a:pt x="0" y="220006"/>
                </a:cubicBezTo>
                <a:lnTo>
                  <a:pt x="0" y="220006"/>
                </a:lnTo>
                <a:cubicBezTo>
                  <a:pt x="0" y="98581"/>
                  <a:pt x="98581" y="0"/>
                  <a:pt x="220006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553200" y="4620126"/>
            <a:ext cx="183338" cy="183338"/>
          </a:xfrm>
          <a:custGeom>
            <a:avLst/>
            <a:gdLst/>
            <a:ahLst/>
            <a:cxnLst/>
            <a:rect l="l" t="t" r="r" b="b"/>
            <a:pathLst>
              <a:path w="183338" h="183338">
                <a:moveTo>
                  <a:pt x="80211" y="0"/>
                </a:moveTo>
                <a:cubicBezTo>
                  <a:pt x="92851" y="0"/>
                  <a:pt x="103128" y="7699"/>
                  <a:pt x="103128" y="17188"/>
                </a:cubicBezTo>
                <a:cubicBezTo>
                  <a:pt x="103128" y="20912"/>
                  <a:pt x="101552" y="24350"/>
                  <a:pt x="98831" y="27178"/>
                </a:cubicBezTo>
                <a:cubicBezTo>
                  <a:pt x="96467" y="29649"/>
                  <a:pt x="94534" y="32657"/>
                  <a:pt x="94534" y="36095"/>
                </a:cubicBezTo>
                <a:cubicBezTo>
                  <a:pt x="94534" y="41466"/>
                  <a:pt x="98902" y="45835"/>
                  <a:pt x="104274" y="45835"/>
                </a:cubicBezTo>
                <a:lnTo>
                  <a:pt x="120316" y="45835"/>
                </a:lnTo>
                <a:cubicBezTo>
                  <a:pt x="129805" y="45835"/>
                  <a:pt x="137504" y="53533"/>
                  <a:pt x="137504" y="63023"/>
                </a:cubicBezTo>
                <a:lnTo>
                  <a:pt x="137504" y="79065"/>
                </a:lnTo>
                <a:cubicBezTo>
                  <a:pt x="137504" y="84436"/>
                  <a:pt x="141872" y="88805"/>
                  <a:pt x="147244" y="88805"/>
                </a:cubicBezTo>
                <a:cubicBezTo>
                  <a:pt x="150645" y="88805"/>
                  <a:pt x="153689" y="86871"/>
                  <a:pt x="156160" y="84508"/>
                </a:cubicBezTo>
                <a:cubicBezTo>
                  <a:pt x="158989" y="81822"/>
                  <a:pt x="162426" y="80211"/>
                  <a:pt x="166150" y="80211"/>
                </a:cubicBezTo>
                <a:cubicBezTo>
                  <a:pt x="175640" y="80211"/>
                  <a:pt x="183338" y="90487"/>
                  <a:pt x="183338" y="103128"/>
                </a:cubicBezTo>
                <a:cubicBezTo>
                  <a:pt x="183338" y="115768"/>
                  <a:pt x="175640" y="126045"/>
                  <a:pt x="166150" y="126045"/>
                </a:cubicBezTo>
                <a:cubicBezTo>
                  <a:pt x="162426" y="126045"/>
                  <a:pt x="158953" y="124470"/>
                  <a:pt x="156160" y="121748"/>
                </a:cubicBezTo>
                <a:cubicBezTo>
                  <a:pt x="153689" y="119385"/>
                  <a:pt x="150681" y="117451"/>
                  <a:pt x="147244" y="117451"/>
                </a:cubicBezTo>
                <a:cubicBezTo>
                  <a:pt x="141872" y="117451"/>
                  <a:pt x="137504" y="121820"/>
                  <a:pt x="137504" y="127191"/>
                </a:cubicBezTo>
                <a:lnTo>
                  <a:pt x="137504" y="166150"/>
                </a:lnTo>
                <a:cubicBezTo>
                  <a:pt x="137504" y="175640"/>
                  <a:pt x="129805" y="183338"/>
                  <a:pt x="120316" y="183338"/>
                </a:cubicBezTo>
                <a:lnTo>
                  <a:pt x="99977" y="183338"/>
                </a:lnTo>
                <a:cubicBezTo>
                  <a:pt x="95393" y="183338"/>
                  <a:pt x="91669" y="179614"/>
                  <a:pt x="91669" y="175031"/>
                </a:cubicBezTo>
                <a:cubicBezTo>
                  <a:pt x="91669" y="171736"/>
                  <a:pt x="93746" y="168836"/>
                  <a:pt x="96396" y="166867"/>
                </a:cubicBezTo>
                <a:cubicBezTo>
                  <a:pt x="100550" y="163751"/>
                  <a:pt x="103128" y="159454"/>
                  <a:pt x="103128" y="154692"/>
                </a:cubicBezTo>
                <a:cubicBezTo>
                  <a:pt x="103128" y="145203"/>
                  <a:pt x="92851" y="137504"/>
                  <a:pt x="80211" y="137504"/>
                </a:cubicBezTo>
                <a:cubicBezTo>
                  <a:pt x="67570" y="137504"/>
                  <a:pt x="57293" y="145203"/>
                  <a:pt x="57293" y="154692"/>
                </a:cubicBezTo>
                <a:cubicBezTo>
                  <a:pt x="57293" y="159454"/>
                  <a:pt x="59871" y="163751"/>
                  <a:pt x="64025" y="166867"/>
                </a:cubicBezTo>
                <a:cubicBezTo>
                  <a:pt x="66675" y="168836"/>
                  <a:pt x="68752" y="171701"/>
                  <a:pt x="68752" y="175031"/>
                </a:cubicBezTo>
                <a:cubicBezTo>
                  <a:pt x="68752" y="179614"/>
                  <a:pt x="65028" y="183338"/>
                  <a:pt x="60444" y="183338"/>
                </a:cubicBezTo>
                <a:lnTo>
                  <a:pt x="17188" y="183338"/>
                </a:lnTo>
                <a:cubicBezTo>
                  <a:pt x="7699" y="183338"/>
                  <a:pt x="0" y="175640"/>
                  <a:pt x="0" y="166150"/>
                </a:cubicBezTo>
                <a:lnTo>
                  <a:pt x="0" y="122894"/>
                </a:lnTo>
                <a:cubicBezTo>
                  <a:pt x="0" y="118311"/>
                  <a:pt x="3724" y="114586"/>
                  <a:pt x="8308" y="114586"/>
                </a:cubicBezTo>
                <a:cubicBezTo>
                  <a:pt x="11602" y="114586"/>
                  <a:pt x="14502" y="116663"/>
                  <a:pt x="16472" y="119313"/>
                </a:cubicBezTo>
                <a:cubicBezTo>
                  <a:pt x="19587" y="123467"/>
                  <a:pt x="23884" y="126045"/>
                  <a:pt x="28647" y="126045"/>
                </a:cubicBezTo>
                <a:cubicBezTo>
                  <a:pt x="38136" y="126045"/>
                  <a:pt x="45835" y="115768"/>
                  <a:pt x="45835" y="103128"/>
                </a:cubicBezTo>
                <a:cubicBezTo>
                  <a:pt x="45835" y="90487"/>
                  <a:pt x="38136" y="80211"/>
                  <a:pt x="28647" y="80211"/>
                </a:cubicBezTo>
                <a:cubicBezTo>
                  <a:pt x="23884" y="80211"/>
                  <a:pt x="19587" y="82789"/>
                  <a:pt x="16472" y="86942"/>
                </a:cubicBezTo>
                <a:cubicBezTo>
                  <a:pt x="14502" y="89592"/>
                  <a:pt x="11638" y="91669"/>
                  <a:pt x="8308" y="91669"/>
                </a:cubicBezTo>
                <a:cubicBezTo>
                  <a:pt x="3724" y="91669"/>
                  <a:pt x="0" y="87945"/>
                  <a:pt x="0" y="83362"/>
                </a:cubicBezTo>
                <a:lnTo>
                  <a:pt x="0" y="63023"/>
                </a:lnTo>
                <a:cubicBezTo>
                  <a:pt x="0" y="53533"/>
                  <a:pt x="7699" y="45835"/>
                  <a:pt x="17188" y="45835"/>
                </a:cubicBezTo>
                <a:lnTo>
                  <a:pt x="56147" y="45835"/>
                </a:lnTo>
                <a:cubicBezTo>
                  <a:pt x="61519" y="45835"/>
                  <a:pt x="65887" y="41466"/>
                  <a:pt x="65887" y="36095"/>
                </a:cubicBezTo>
                <a:cubicBezTo>
                  <a:pt x="65887" y="32693"/>
                  <a:pt x="63954" y="29649"/>
                  <a:pt x="61590" y="27178"/>
                </a:cubicBezTo>
                <a:cubicBezTo>
                  <a:pt x="58905" y="24350"/>
                  <a:pt x="57293" y="20912"/>
                  <a:pt x="57293" y="17188"/>
                </a:cubicBezTo>
                <a:cubicBezTo>
                  <a:pt x="57293" y="7699"/>
                  <a:pt x="67570" y="0"/>
                  <a:pt x="80211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52" name="Text 50"/>
          <p:cNvSpPr/>
          <p:nvPr/>
        </p:nvSpPr>
        <p:spPr>
          <a:xfrm>
            <a:off x="7011546" y="4491789"/>
            <a:ext cx="4684295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Additional Components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011546" y="4858466"/>
            <a:ext cx="4665961" cy="4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5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Supplementary modules extending system capabilities beyond static image analysis to comprehensive media authentication.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039047" y="5463483"/>
            <a:ext cx="128337" cy="146671"/>
          </a:xfrm>
          <a:custGeom>
            <a:avLst/>
            <a:gdLst/>
            <a:ahLst/>
            <a:cxnLst/>
            <a:rect l="l" t="t" r="r" b="b"/>
            <a:pathLst>
              <a:path w="128337" h="146671">
                <a:moveTo>
                  <a:pt x="0" y="27501"/>
                </a:moveTo>
                <a:cubicBezTo>
                  <a:pt x="0" y="17388"/>
                  <a:pt x="8222" y="9167"/>
                  <a:pt x="18334" y="9167"/>
                </a:cubicBezTo>
                <a:lnTo>
                  <a:pt x="110003" y="9167"/>
                </a:lnTo>
                <a:cubicBezTo>
                  <a:pt x="120115" y="9167"/>
                  <a:pt x="128337" y="17388"/>
                  <a:pt x="128337" y="27501"/>
                </a:cubicBezTo>
                <a:lnTo>
                  <a:pt x="128337" y="119170"/>
                </a:lnTo>
                <a:cubicBezTo>
                  <a:pt x="128337" y="129282"/>
                  <a:pt x="120115" y="137504"/>
                  <a:pt x="110003" y="137504"/>
                </a:cubicBezTo>
                <a:lnTo>
                  <a:pt x="18334" y="137504"/>
                </a:lnTo>
                <a:cubicBezTo>
                  <a:pt x="8222" y="137504"/>
                  <a:pt x="0" y="129282"/>
                  <a:pt x="0" y="119170"/>
                </a:cubicBezTo>
                <a:lnTo>
                  <a:pt x="0" y="27501"/>
                </a:lnTo>
                <a:close/>
                <a:moveTo>
                  <a:pt x="13750" y="105420"/>
                </a:moveTo>
                <a:lnTo>
                  <a:pt x="13750" y="114586"/>
                </a:lnTo>
                <a:cubicBezTo>
                  <a:pt x="13750" y="117107"/>
                  <a:pt x="15813" y="119170"/>
                  <a:pt x="18334" y="119170"/>
                </a:cubicBezTo>
                <a:lnTo>
                  <a:pt x="27501" y="119170"/>
                </a:lnTo>
                <a:cubicBezTo>
                  <a:pt x="30022" y="119170"/>
                  <a:pt x="32084" y="117107"/>
                  <a:pt x="32084" y="114586"/>
                </a:cubicBezTo>
                <a:lnTo>
                  <a:pt x="32084" y="105420"/>
                </a:lnTo>
                <a:cubicBezTo>
                  <a:pt x="32084" y="102899"/>
                  <a:pt x="30022" y="100836"/>
                  <a:pt x="27501" y="100836"/>
                </a:cubicBezTo>
                <a:lnTo>
                  <a:pt x="18334" y="100836"/>
                </a:lnTo>
                <a:cubicBezTo>
                  <a:pt x="15813" y="100836"/>
                  <a:pt x="13750" y="102899"/>
                  <a:pt x="13750" y="105420"/>
                </a:cubicBezTo>
                <a:close/>
                <a:moveTo>
                  <a:pt x="100836" y="100836"/>
                </a:moveTo>
                <a:cubicBezTo>
                  <a:pt x="98315" y="100836"/>
                  <a:pt x="96253" y="102899"/>
                  <a:pt x="96253" y="105420"/>
                </a:cubicBezTo>
                <a:lnTo>
                  <a:pt x="96253" y="114586"/>
                </a:lnTo>
                <a:cubicBezTo>
                  <a:pt x="96253" y="117107"/>
                  <a:pt x="98315" y="119170"/>
                  <a:pt x="100836" y="119170"/>
                </a:cubicBezTo>
                <a:lnTo>
                  <a:pt x="110003" y="119170"/>
                </a:lnTo>
                <a:cubicBezTo>
                  <a:pt x="112524" y="119170"/>
                  <a:pt x="114586" y="117107"/>
                  <a:pt x="114586" y="114586"/>
                </a:cubicBezTo>
                <a:lnTo>
                  <a:pt x="114586" y="105420"/>
                </a:lnTo>
                <a:cubicBezTo>
                  <a:pt x="114586" y="102899"/>
                  <a:pt x="112524" y="100836"/>
                  <a:pt x="110003" y="100836"/>
                </a:cubicBezTo>
                <a:lnTo>
                  <a:pt x="100836" y="100836"/>
                </a:lnTo>
                <a:close/>
                <a:moveTo>
                  <a:pt x="13750" y="68752"/>
                </a:moveTo>
                <a:lnTo>
                  <a:pt x="13750" y="77919"/>
                </a:lnTo>
                <a:cubicBezTo>
                  <a:pt x="13750" y="80440"/>
                  <a:pt x="15813" y="82502"/>
                  <a:pt x="18334" y="82502"/>
                </a:cubicBezTo>
                <a:lnTo>
                  <a:pt x="27501" y="82502"/>
                </a:lnTo>
                <a:cubicBezTo>
                  <a:pt x="30022" y="82502"/>
                  <a:pt x="32084" y="80440"/>
                  <a:pt x="32084" y="77919"/>
                </a:cubicBezTo>
                <a:lnTo>
                  <a:pt x="32084" y="68752"/>
                </a:lnTo>
                <a:cubicBezTo>
                  <a:pt x="32084" y="66231"/>
                  <a:pt x="30022" y="64168"/>
                  <a:pt x="27501" y="64168"/>
                </a:cubicBezTo>
                <a:lnTo>
                  <a:pt x="18334" y="64168"/>
                </a:lnTo>
                <a:cubicBezTo>
                  <a:pt x="15813" y="64168"/>
                  <a:pt x="13750" y="66231"/>
                  <a:pt x="13750" y="68752"/>
                </a:cubicBezTo>
                <a:close/>
                <a:moveTo>
                  <a:pt x="100836" y="64168"/>
                </a:moveTo>
                <a:cubicBezTo>
                  <a:pt x="98315" y="64168"/>
                  <a:pt x="96253" y="66231"/>
                  <a:pt x="96253" y="68752"/>
                </a:cubicBezTo>
                <a:lnTo>
                  <a:pt x="96253" y="77919"/>
                </a:lnTo>
                <a:cubicBezTo>
                  <a:pt x="96253" y="80440"/>
                  <a:pt x="98315" y="82502"/>
                  <a:pt x="100836" y="82502"/>
                </a:cubicBezTo>
                <a:lnTo>
                  <a:pt x="110003" y="82502"/>
                </a:lnTo>
                <a:cubicBezTo>
                  <a:pt x="112524" y="82502"/>
                  <a:pt x="114586" y="80440"/>
                  <a:pt x="114586" y="77919"/>
                </a:cubicBezTo>
                <a:lnTo>
                  <a:pt x="114586" y="68752"/>
                </a:lnTo>
                <a:cubicBezTo>
                  <a:pt x="114586" y="66231"/>
                  <a:pt x="112524" y="64168"/>
                  <a:pt x="110003" y="64168"/>
                </a:cubicBezTo>
                <a:lnTo>
                  <a:pt x="100836" y="64168"/>
                </a:lnTo>
                <a:close/>
                <a:moveTo>
                  <a:pt x="13750" y="32084"/>
                </a:moveTo>
                <a:lnTo>
                  <a:pt x="13750" y="41251"/>
                </a:lnTo>
                <a:cubicBezTo>
                  <a:pt x="13750" y="43772"/>
                  <a:pt x="15813" y="45835"/>
                  <a:pt x="18334" y="45835"/>
                </a:cubicBezTo>
                <a:lnTo>
                  <a:pt x="27501" y="45835"/>
                </a:lnTo>
                <a:cubicBezTo>
                  <a:pt x="30022" y="45835"/>
                  <a:pt x="32084" y="43772"/>
                  <a:pt x="32084" y="41251"/>
                </a:cubicBezTo>
                <a:lnTo>
                  <a:pt x="32084" y="32084"/>
                </a:lnTo>
                <a:cubicBezTo>
                  <a:pt x="32084" y="29563"/>
                  <a:pt x="30022" y="27501"/>
                  <a:pt x="27501" y="27501"/>
                </a:cubicBezTo>
                <a:lnTo>
                  <a:pt x="18334" y="27501"/>
                </a:lnTo>
                <a:cubicBezTo>
                  <a:pt x="15813" y="27501"/>
                  <a:pt x="13750" y="29563"/>
                  <a:pt x="13750" y="32084"/>
                </a:cubicBezTo>
                <a:close/>
                <a:moveTo>
                  <a:pt x="100836" y="27501"/>
                </a:moveTo>
                <a:cubicBezTo>
                  <a:pt x="98315" y="27501"/>
                  <a:pt x="96253" y="29563"/>
                  <a:pt x="96253" y="32084"/>
                </a:cubicBezTo>
                <a:lnTo>
                  <a:pt x="96253" y="41251"/>
                </a:lnTo>
                <a:cubicBezTo>
                  <a:pt x="96253" y="43772"/>
                  <a:pt x="98315" y="45835"/>
                  <a:pt x="100836" y="45835"/>
                </a:cubicBezTo>
                <a:lnTo>
                  <a:pt x="110003" y="45835"/>
                </a:lnTo>
                <a:cubicBezTo>
                  <a:pt x="112524" y="45835"/>
                  <a:pt x="114586" y="43772"/>
                  <a:pt x="114586" y="41251"/>
                </a:cubicBezTo>
                <a:lnTo>
                  <a:pt x="114586" y="32084"/>
                </a:lnTo>
                <a:cubicBezTo>
                  <a:pt x="114586" y="29563"/>
                  <a:pt x="112524" y="27501"/>
                  <a:pt x="110003" y="27501"/>
                </a:cubicBezTo>
                <a:lnTo>
                  <a:pt x="100836" y="27501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55" name="Text 53"/>
          <p:cNvSpPr/>
          <p:nvPr/>
        </p:nvSpPr>
        <p:spPr>
          <a:xfrm>
            <a:off x="7268220" y="5445149"/>
            <a:ext cx="1329203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frame extraction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029880" y="5720156"/>
            <a:ext cx="146671" cy="146671"/>
          </a:xfrm>
          <a:custGeom>
            <a:avLst/>
            <a:gdLst/>
            <a:ahLst/>
            <a:cxnLst/>
            <a:rect l="l" t="t" r="r" b="b"/>
            <a:pathLst>
              <a:path w="146671" h="146671">
                <a:moveTo>
                  <a:pt x="36668" y="9167"/>
                </a:moveTo>
                <a:cubicBezTo>
                  <a:pt x="36668" y="4096"/>
                  <a:pt x="32571" y="0"/>
                  <a:pt x="27501" y="0"/>
                </a:cubicBezTo>
                <a:cubicBezTo>
                  <a:pt x="22430" y="0"/>
                  <a:pt x="18334" y="4096"/>
                  <a:pt x="18334" y="9167"/>
                </a:cubicBezTo>
                <a:lnTo>
                  <a:pt x="18334" y="18334"/>
                </a:lnTo>
                <a:lnTo>
                  <a:pt x="9167" y="18334"/>
                </a:lnTo>
                <a:cubicBezTo>
                  <a:pt x="4096" y="18334"/>
                  <a:pt x="0" y="22430"/>
                  <a:pt x="0" y="27501"/>
                </a:cubicBezTo>
                <a:cubicBezTo>
                  <a:pt x="0" y="32571"/>
                  <a:pt x="4096" y="36668"/>
                  <a:pt x="9167" y="36668"/>
                </a:cubicBezTo>
                <a:lnTo>
                  <a:pt x="18334" y="36668"/>
                </a:lnTo>
                <a:lnTo>
                  <a:pt x="18334" y="110003"/>
                </a:lnTo>
                <a:cubicBezTo>
                  <a:pt x="18334" y="120115"/>
                  <a:pt x="26555" y="128337"/>
                  <a:pt x="36668" y="128337"/>
                </a:cubicBezTo>
                <a:lnTo>
                  <a:pt x="96253" y="128337"/>
                </a:lnTo>
                <a:lnTo>
                  <a:pt x="96253" y="110003"/>
                </a:lnTo>
                <a:lnTo>
                  <a:pt x="36668" y="110003"/>
                </a:lnTo>
                <a:lnTo>
                  <a:pt x="36668" y="9167"/>
                </a:lnTo>
                <a:close/>
                <a:moveTo>
                  <a:pt x="110003" y="137504"/>
                </a:moveTo>
                <a:cubicBezTo>
                  <a:pt x="110003" y="142574"/>
                  <a:pt x="114099" y="146671"/>
                  <a:pt x="119170" y="146671"/>
                </a:cubicBezTo>
                <a:cubicBezTo>
                  <a:pt x="124240" y="146671"/>
                  <a:pt x="128337" y="142574"/>
                  <a:pt x="128337" y="137504"/>
                </a:cubicBezTo>
                <a:lnTo>
                  <a:pt x="128337" y="128337"/>
                </a:lnTo>
                <a:lnTo>
                  <a:pt x="137504" y="128337"/>
                </a:lnTo>
                <a:cubicBezTo>
                  <a:pt x="142574" y="128337"/>
                  <a:pt x="146671" y="124240"/>
                  <a:pt x="146671" y="119170"/>
                </a:cubicBezTo>
                <a:cubicBezTo>
                  <a:pt x="146671" y="114099"/>
                  <a:pt x="142574" y="110003"/>
                  <a:pt x="137504" y="110003"/>
                </a:cubicBezTo>
                <a:lnTo>
                  <a:pt x="128337" y="110003"/>
                </a:lnTo>
                <a:lnTo>
                  <a:pt x="128337" y="36668"/>
                </a:lnTo>
                <a:cubicBezTo>
                  <a:pt x="128337" y="26555"/>
                  <a:pt x="120115" y="18334"/>
                  <a:pt x="110003" y="18334"/>
                </a:cubicBezTo>
                <a:lnTo>
                  <a:pt x="50418" y="18334"/>
                </a:lnTo>
                <a:lnTo>
                  <a:pt x="50418" y="36668"/>
                </a:lnTo>
                <a:lnTo>
                  <a:pt x="110003" y="36668"/>
                </a:lnTo>
                <a:lnTo>
                  <a:pt x="110003" y="137504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57" name="Text 55"/>
          <p:cNvSpPr/>
          <p:nvPr/>
        </p:nvSpPr>
        <p:spPr>
          <a:xfrm>
            <a:off x="7268220" y="5701823"/>
            <a:ext cx="1613377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 localization &amp; cropping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048214" y="5976830"/>
            <a:ext cx="110003" cy="146671"/>
          </a:xfrm>
          <a:custGeom>
            <a:avLst/>
            <a:gdLst/>
            <a:ahLst/>
            <a:cxnLst/>
            <a:rect l="l" t="t" r="r" b="b"/>
            <a:pathLst>
              <a:path w="110003" h="146671">
                <a:moveTo>
                  <a:pt x="0" y="18334"/>
                </a:moveTo>
                <a:cubicBezTo>
                  <a:pt x="0" y="8222"/>
                  <a:pt x="8222" y="0"/>
                  <a:pt x="18334" y="0"/>
                </a:cubicBezTo>
                <a:lnTo>
                  <a:pt x="61161" y="0"/>
                </a:lnTo>
                <a:cubicBezTo>
                  <a:pt x="66030" y="0"/>
                  <a:pt x="70700" y="1919"/>
                  <a:pt x="74137" y="5357"/>
                </a:cubicBezTo>
                <a:lnTo>
                  <a:pt x="104646" y="35894"/>
                </a:lnTo>
                <a:cubicBezTo>
                  <a:pt x="108084" y="39332"/>
                  <a:pt x="110003" y="44001"/>
                  <a:pt x="110003" y="48871"/>
                </a:cubicBezTo>
                <a:lnTo>
                  <a:pt x="110003" y="128337"/>
                </a:lnTo>
                <a:cubicBezTo>
                  <a:pt x="110003" y="138449"/>
                  <a:pt x="101781" y="146671"/>
                  <a:pt x="91669" y="146671"/>
                </a:cubicBezTo>
                <a:lnTo>
                  <a:pt x="18334" y="146671"/>
                </a:lnTo>
                <a:cubicBezTo>
                  <a:pt x="8222" y="146671"/>
                  <a:pt x="0" y="138449"/>
                  <a:pt x="0" y="128337"/>
                </a:cubicBezTo>
                <a:lnTo>
                  <a:pt x="0" y="18334"/>
                </a:lnTo>
                <a:close/>
                <a:moveTo>
                  <a:pt x="59585" y="16758"/>
                </a:moveTo>
                <a:lnTo>
                  <a:pt x="59585" y="43543"/>
                </a:lnTo>
                <a:cubicBezTo>
                  <a:pt x="59585" y="47353"/>
                  <a:pt x="62650" y="50418"/>
                  <a:pt x="66460" y="50418"/>
                </a:cubicBezTo>
                <a:lnTo>
                  <a:pt x="93245" y="50418"/>
                </a:lnTo>
                <a:lnTo>
                  <a:pt x="59585" y="16758"/>
                </a:lnTo>
                <a:close/>
                <a:moveTo>
                  <a:pt x="34376" y="73335"/>
                </a:moveTo>
                <a:cubicBezTo>
                  <a:pt x="30566" y="73335"/>
                  <a:pt x="27501" y="76401"/>
                  <a:pt x="27501" y="80211"/>
                </a:cubicBezTo>
                <a:cubicBezTo>
                  <a:pt x="27501" y="84021"/>
                  <a:pt x="30566" y="87086"/>
                  <a:pt x="34376" y="87086"/>
                </a:cubicBezTo>
                <a:lnTo>
                  <a:pt x="75627" y="87086"/>
                </a:lnTo>
                <a:cubicBezTo>
                  <a:pt x="79437" y="87086"/>
                  <a:pt x="82502" y="84021"/>
                  <a:pt x="82502" y="80211"/>
                </a:cubicBezTo>
                <a:cubicBezTo>
                  <a:pt x="82502" y="76401"/>
                  <a:pt x="79437" y="73335"/>
                  <a:pt x="75627" y="73335"/>
                </a:cubicBezTo>
                <a:lnTo>
                  <a:pt x="34376" y="73335"/>
                </a:lnTo>
                <a:close/>
                <a:moveTo>
                  <a:pt x="34376" y="100836"/>
                </a:moveTo>
                <a:cubicBezTo>
                  <a:pt x="30566" y="100836"/>
                  <a:pt x="27501" y="103901"/>
                  <a:pt x="27501" y="107711"/>
                </a:cubicBezTo>
                <a:cubicBezTo>
                  <a:pt x="27501" y="111521"/>
                  <a:pt x="30566" y="114586"/>
                  <a:pt x="34376" y="114586"/>
                </a:cubicBezTo>
                <a:lnTo>
                  <a:pt x="75627" y="114586"/>
                </a:lnTo>
                <a:cubicBezTo>
                  <a:pt x="79437" y="114586"/>
                  <a:pt x="82502" y="111521"/>
                  <a:pt x="82502" y="107711"/>
                </a:cubicBezTo>
                <a:cubicBezTo>
                  <a:pt x="82502" y="103901"/>
                  <a:pt x="79437" y="100836"/>
                  <a:pt x="75627" y="100836"/>
                </a:cubicBezTo>
                <a:lnTo>
                  <a:pt x="34376" y="100836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59" name="Text 57"/>
          <p:cNvSpPr/>
          <p:nvPr/>
        </p:nvSpPr>
        <p:spPr>
          <a:xfrm>
            <a:off x="7268220" y="5958496"/>
            <a:ext cx="1145865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PDF report creation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029880" y="6233504"/>
            <a:ext cx="146671" cy="146671"/>
          </a:xfrm>
          <a:custGeom>
            <a:avLst/>
            <a:gdLst/>
            <a:ahLst/>
            <a:cxnLst/>
            <a:rect l="l" t="t" r="r" b="b"/>
            <a:pathLst>
              <a:path w="146671" h="146671">
                <a:moveTo>
                  <a:pt x="18334" y="18334"/>
                </a:moveTo>
                <a:cubicBezTo>
                  <a:pt x="18334" y="13263"/>
                  <a:pt x="14237" y="9167"/>
                  <a:pt x="9167" y="9167"/>
                </a:cubicBezTo>
                <a:cubicBezTo>
                  <a:pt x="4096" y="9167"/>
                  <a:pt x="0" y="13263"/>
                  <a:pt x="0" y="18334"/>
                </a:cubicBezTo>
                <a:lnTo>
                  <a:pt x="0" y="114586"/>
                </a:lnTo>
                <a:cubicBezTo>
                  <a:pt x="0" y="127248"/>
                  <a:pt x="10255" y="137504"/>
                  <a:pt x="22917" y="137504"/>
                </a:cubicBezTo>
                <a:lnTo>
                  <a:pt x="137504" y="137504"/>
                </a:lnTo>
                <a:cubicBezTo>
                  <a:pt x="142574" y="137504"/>
                  <a:pt x="146671" y="133407"/>
                  <a:pt x="146671" y="128337"/>
                </a:cubicBezTo>
                <a:cubicBezTo>
                  <a:pt x="146671" y="123266"/>
                  <a:pt x="142574" y="119170"/>
                  <a:pt x="137504" y="119170"/>
                </a:cubicBezTo>
                <a:lnTo>
                  <a:pt x="22917" y="119170"/>
                </a:lnTo>
                <a:cubicBezTo>
                  <a:pt x="20396" y="119170"/>
                  <a:pt x="18334" y="117107"/>
                  <a:pt x="18334" y="114586"/>
                </a:cubicBezTo>
                <a:lnTo>
                  <a:pt x="18334" y="18334"/>
                </a:lnTo>
                <a:close/>
                <a:moveTo>
                  <a:pt x="134811" y="43142"/>
                </a:moveTo>
                <a:cubicBezTo>
                  <a:pt x="138392" y="39561"/>
                  <a:pt x="138392" y="33746"/>
                  <a:pt x="134811" y="30165"/>
                </a:cubicBezTo>
                <a:cubicBezTo>
                  <a:pt x="131230" y="26584"/>
                  <a:pt x="125415" y="26584"/>
                  <a:pt x="121834" y="30165"/>
                </a:cubicBezTo>
                <a:lnTo>
                  <a:pt x="91669" y="60358"/>
                </a:lnTo>
                <a:lnTo>
                  <a:pt x="75226" y="43944"/>
                </a:lnTo>
                <a:cubicBezTo>
                  <a:pt x="71645" y="40363"/>
                  <a:pt x="65830" y="40363"/>
                  <a:pt x="62249" y="43944"/>
                </a:cubicBezTo>
                <a:lnTo>
                  <a:pt x="34748" y="71445"/>
                </a:lnTo>
                <a:cubicBezTo>
                  <a:pt x="31168" y="75025"/>
                  <a:pt x="31168" y="80841"/>
                  <a:pt x="34748" y="84422"/>
                </a:cubicBezTo>
                <a:cubicBezTo>
                  <a:pt x="38329" y="88002"/>
                  <a:pt x="44144" y="88002"/>
                  <a:pt x="47725" y="84422"/>
                </a:cubicBezTo>
                <a:lnTo>
                  <a:pt x="68752" y="63395"/>
                </a:lnTo>
                <a:lnTo>
                  <a:pt x="85195" y="79838"/>
                </a:lnTo>
                <a:cubicBezTo>
                  <a:pt x="88776" y="83419"/>
                  <a:pt x="94591" y="83419"/>
                  <a:pt x="98172" y="79838"/>
                </a:cubicBezTo>
                <a:lnTo>
                  <a:pt x="134840" y="4317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61" name="Text 59"/>
          <p:cNvSpPr/>
          <p:nvPr/>
        </p:nvSpPr>
        <p:spPr>
          <a:xfrm>
            <a:off x="7268220" y="6215170"/>
            <a:ext cx="1081696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 aggregation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8183" y="328183"/>
            <a:ext cx="328183" cy="328183"/>
          </a:xfrm>
          <a:custGeom>
            <a:avLst/>
            <a:gdLst/>
            <a:ahLst/>
            <a:cxnLst/>
            <a:rect l="l" t="t" r="r" b="b"/>
            <a:pathLst>
              <a:path w="328183" h="328183">
                <a:moveTo>
                  <a:pt x="65637" y="0"/>
                </a:moveTo>
                <a:lnTo>
                  <a:pt x="262546" y="0"/>
                </a:lnTo>
                <a:cubicBezTo>
                  <a:pt x="298797" y="0"/>
                  <a:pt x="328183" y="29387"/>
                  <a:pt x="328183" y="65637"/>
                </a:cubicBezTo>
                <a:lnTo>
                  <a:pt x="328183" y="262546"/>
                </a:lnTo>
                <a:cubicBezTo>
                  <a:pt x="328183" y="298797"/>
                  <a:pt x="298797" y="328183"/>
                  <a:pt x="262546" y="328183"/>
                </a:cubicBezTo>
                <a:lnTo>
                  <a:pt x="65637" y="328183"/>
                </a:lnTo>
                <a:cubicBezTo>
                  <a:pt x="29387" y="328183"/>
                  <a:pt x="0" y="298797"/>
                  <a:pt x="0" y="262546"/>
                </a:cubicBezTo>
                <a:lnTo>
                  <a:pt x="0" y="65637"/>
                </a:lnTo>
                <a:cubicBezTo>
                  <a:pt x="0" y="29387"/>
                  <a:pt x="29387" y="0"/>
                  <a:pt x="65637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20485" y="418433"/>
            <a:ext cx="147682" cy="147682"/>
          </a:xfrm>
          <a:custGeom>
            <a:avLst/>
            <a:gdLst/>
            <a:ahLst/>
            <a:cxnLst/>
            <a:rect l="l" t="t" r="r" b="b"/>
            <a:pathLst>
              <a:path w="147682" h="147682">
                <a:moveTo>
                  <a:pt x="18460" y="18460"/>
                </a:moveTo>
                <a:cubicBezTo>
                  <a:pt x="18460" y="13355"/>
                  <a:pt x="14336" y="9230"/>
                  <a:pt x="9230" y="9230"/>
                </a:cubicBezTo>
                <a:cubicBezTo>
                  <a:pt x="4125" y="9230"/>
                  <a:pt x="0" y="13355"/>
                  <a:pt x="0" y="18460"/>
                </a:cubicBezTo>
                <a:lnTo>
                  <a:pt x="0" y="115377"/>
                </a:lnTo>
                <a:cubicBezTo>
                  <a:pt x="0" y="128126"/>
                  <a:pt x="10326" y="138452"/>
                  <a:pt x="23075" y="138452"/>
                </a:cubicBezTo>
                <a:lnTo>
                  <a:pt x="138452" y="138452"/>
                </a:lnTo>
                <a:cubicBezTo>
                  <a:pt x="143558" y="138452"/>
                  <a:pt x="147682" y="134327"/>
                  <a:pt x="147682" y="129222"/>
                </a:cubicBezTo>
                <a:cubicBezTo>
                  <a:pt x="147682" y="124117"/>
                  <a:pt x="143558" y="119992"/>
                  <a:pt x="138452" y="119992"/>
                </a:cubicBezTo>
                <a:lnTo>
                  <a:pt x="23075" y="119992"/>
                </a:lnTo>
                <a:cubicBezTo>
                  <a:pt x="20537" y="119992"/>
                  <a:pt x="18460" y="117915"/>
                  <a:pt x="18460" y="115377"/>
                </a:cubicBezTo>
                <a:lnTo>
                  <a:pt x="18460" y="18460"/>
                </a:lnTo>
                <a:close/>
                <a:moveTo>
                  <a:pt x="135741" y="43439"/>
                </a:moveTo>
                <a:cubicBezTo>
                  <a:pt x="139346" y="39834"/>
                  <a:pt x="139346" y="33978"/>
                  <a:pt x="135741" y="30373"/>
                </a:cubicBezTo>
                <a:cubicBezTo>
                  <a:pt x="132135" y="26767"/>
                  <a:pt x="126280" y="26767"/>
                  <a:pt x="122674" y="30373"/>
                </a:cubicBezTo>
                <a:lnTo>
                  <a:pt x="92301" y="60775"/>
                </a:lnTo>
                <a:lnTo>
                  <a:pt x="75745" y="44247"/>
                </a:lnTo>
                <a:cubicBezTo>
                  <a:pt x="72139" y="40641"/>
                  <a:pt x="66284" y="40641"/>
                  <a:pt x="62678" y="44247"/>
                </a:cubicBezTo>
                <a:lnTo>
                  <a:pt x="34988" y="71937"/>
                </a:lnTo>
                <a:cubicBezTo>
                  <a:pt x="31383" y="75543"/>
                  <a:pt x="31383" y="81398"/>
                  <a:pt x="34988" y="85004"/>
                </a:cubicBezTo>
                <a:cubicBezTo>
                  <a:pt x="38594" y="88609"/>
                  <a:pt x="44449" y="88609"/>
                  <a:pt x="48054" y="85004"/>
                </a:cubicBezTo>
                <a:lnTo>
                  <a:pt x="69226" y="63832"/>
                </a:lnTo>
                <a:lnTo>
                  <a:pt x="85783" y="80389"/>
                </a:lnTo>
                <a:cubicBezTo>
                  <a:pt x="89388" y="83994"/>
                  <a:pt x="95244" y="83994"/>
                  <a:pt x="98849" y="80389"/>
                </a:cubicBezTo>
                <a:lnTo>
                  <a:pt x="135770" y="43468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" name="Text 2"/>
          <p:cNvSpPr/>
          <p:nvPr/>
        </p:nvSpPr>
        <p:spPr>
          <a:xfrm>
            <a:off x="754821" y="393820"/>
            <a:ext cx="1033777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spc="52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8183" y="722003"/>
            <a:ext cx="11683316" cy="32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26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Results &amp; Performance Analysis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8183" y="1115822"/>
            <a:ext cx="656366" cy="32818"/>
          </a:xfrm>
          <a:custGeom>
            <a:avLst/>
            <a:gdLst/>
            <a:ahLst/>
            <a:cxnLst/>
            <a:rect l="l" t="t" r="r" b="b"/>
            <a:pathLst>
              <a:path w="656366" h="32818">
                <a:moveTo>
                  <a:pt x="0" y="0"/>
                </a:moveTo>
                <a:lnTo>
                  <a:pt x="656366" y="0"/>
                </a:lnTo>
                <a:lnTo>
                  <a:pt x="656366" y="32818"/>
                </a:lnTo>
                <a:lnTo>
                  <a:pt x="0" y="32818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7" name="Shape 5"/>
          <p:cNvSpPr/>
          <p:nvPr/>
        </p:nvSpPr>
        <p:spPr>
          <a:xfrm>
            <a:off x="336388" y="1353755"/>
            <a:ext cx="5652953" cy="2871602"/>
          </a:xfrm>
          <a:custGeom>
            <a:avLst/>
            <a:gdLst/>
            <a:ahLst/>
            <a:cxnLst/>
            <a:rect l="l" t="t" r="r" b="b"/>
            <a:pathLst>
              <a:path w="5652953" h="2871602">
                <a:moveTo>
                  <a:pt x="65645" y="0"/>
                </a:moveTo>
                <a:lnTo>
                  <a:pt x="5587308" y="0"/>
                </a:lnTo>
                <a:cubicBezTo>
                  <a:pt x="5623563" y="0"/>
                  <a:pt x="5652953" y="29390"/>
                  <a:pt x="5652953" y="65645"/>
                </a:cubicBezTo>
                <a:lnTo>
                  <a:pt x="5652953" y="2805957"/>
                </a:lnTo>
                <a:cubicBezTo>
                  <a:pt x="5652953" y="2842211"/>
                  <a:pt x="5623563" y="2871602"/>
                  <a:pt x="5587308" y="2871602"/>
                </a:cubicBezTo>
                <a:lnTo>
                  <a:pt x="65645" y="2871602"/>
                </a:lnTo>
                <a:cubicBezTo>
                  <a:pt x="29390" y="2871602"/>
                  <a:pt x="0" y="2842211"/>
                  <a:pt x="0" y="2805957"/>
                </a:cubicBezTo>
                <a:lnTo>
                  <a:pt x="0" y="65645"/>
                </a:lnTo>
                <a:cubicBezTo>
                  <a:pt x="0" y="29414"/>
                  <a:pt x="29414" y="0"/>
                  <a:pt x="65645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25400">
            <a:solidFill>
              <a:srgbClr val="3D8F8A">
                <a:alpha val="50196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2275" y="1558869"/>
            <a:ext cx="5341179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Outcomes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1502" y="1985507"/>
            <a:ext cx="5242724" cy="918913"/>
          </a:xfrm>
          <a:custGeom>
            <a:avLst/>
            <a:gdLst/>
            <a:ahLst/>
            <a:cxnLst/>
            <a:rect l="l" t="t" r="r" b="b"/>
            <a:pathLst>
              <a:path w="5242724" h="918913">
                <a:moveTo>
                  <a:pt x="65638" y="0"/>
                </a:moveTo>
                <a:lnTo>
                  <a:pt x="5177086" y="0"/>
                </a:lnTo>
                <a:cubicBezTo>
                  <a:pt x="5213337" y="0"/>
                  <a:pt x="5242724" y="29387"/>
                  <a:pt x="5242724" y="65638"/>
                </a:cubicBezTo>
                <a:lnTo>
                  <a:pt x="5242724" y="853275"/>
                </a:lnTo>
                <a:cubicBezTo>
                  <a:pt x="5242724" y="889525"/>
                  <a:pt x="5213337" y="918913"/>
                  <a:pt x="5177086" y="918913"/>
                </a:cubicBezTo>
                <a:lnTo>
                  <a:pt x="65638" y="918913"/>
                </a:lnTo>
                <a:cubicBezTo>
                  <a:pt x="29387" y="918913"/>
                  <a:pt x="0" y="889525"/>
                  <a:pt x="0" y="853275"/>
                </a:cubicBezTo>
                <a:lnTo>
                  <a:pt x="0" y="65638"/>
                </a:lnTo>
                <a:cubicBezTo>
                  <a:pt x="0" y="29387"/>
                  <a:pt x="29387" y="0"/>
                  <a:pt x="6563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05594" y="2198826"/>
            <a:ext cx="1542460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3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 Accuracy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35302" y="2149599"/>
            <a:ext cx="730207" cy="32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26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5594" y="2543419"/>
            <a:ext cx="4980178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Excellent performance on test dataset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1502" y="3035693"/>
            <a:ext cx="2559828" cy="984549"/>
          </a:xfrm>
          <a:custGeom>
            <a:avLst/>
            <a:gdLst/>
            <a:ahLst/>
            <a:cxnLst/>
            <a:rect l="l" t="t" r="r" b="b"/>
            <a:pathLst>
              <a:path w="2559828" h="984549">
                <a:moveTo>
                  <a:pt x="65640" y="0"/>
                </a:moveTo>
                <a:lnTo>
                  <a:pt x="2494188" y="0"/>
                </a:lnTo>
                <a:cubicBezTo>
                  <a:pt x="2530415" y="0"/>
                  <a:pt x="2559828" y="29412"/>
                  <a:pt x="2559828" y="65640"/>
                </a:cubicBezTo>
                <a:lnTo>
                  <a:pt x="2559828" y="918909"/>
                </a:lnTo>
                <a:cubicBezTo>
                  <a:pt x="2559828" y="955161"/>
                  <a:pt x="2530440" y="984549"/>
                  <a:pt x="2494188" y="984549"/>
                </a:cubicBezTo>
                <a:lnTo>
                  <a:pt x="65640" y="984549"/>
                </a:lnTo>
                <a:cubicBezTo>
                  <a:pt x="29412" y="984549"/>
                  <a:pt x="0" y="955137"/>
                  <a:pt x="0" y="918909"/>
                </a:cubicBezTo>
                <a:lnTo>
                  <a:pt x="0" y="65640"/>
                </a:lnTo>
                <a:cubicBezTo>
                  <a:pt x="0" y="29412"/>
                  <a:pt x="29412" y="0"/>
                  <a:pt x="6564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39957" y="3166966"/>
            <a:ext cx="2362918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4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1241" y="3396694"/>
            <a:ext cx="2420350" cy="295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38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059" y="3724878"/>
            <a:ext cx="2354713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false positives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28885" y="3035693"/>
            <a:ext cx="2559828" cy="984549"/>
          </a:xfrm>
          <a:custGeom>
            <a:avLst/>
            <a:gdLst/>
            <a:ahLst/>
            <a:cxnLst/>
            <a:rect l="l" t="t" r="r" b="b"/>
            <a:pathLst>
              <a:path w="2559828" h="984549">
                <a:moveTo>
                  <a:pt x="65640" y="0"/>
                </a:moveTo>
                <a:lnTo>
                  <a:pt x="2494188" y="0"/>
                </a:lnTo>
                <a:cubicBezTo>
                  <a:pt x="2530415" y="0"/>
                  <a:pt x="2559828" y="29412"/>
                  <a:pt x="2559828" y="65640"/>
                </a:cubicBezTo>
                <a:lnTo>
                  <a:pt x="2559828" y="918909"/>
                </a:lnTo>
                <a:cubicBezTo>
                  <a:pt x="2559828" y="955161"/>
                  <a:pt x="2530440" y="984549"/>
                  <a:pt x="2494188" y="984549"/>
                </a:cubicBezTo>
                <a:lnTo>
                  <a:pt x="65640" y="984549"/>
                </a:lnTo>
                <a:cubicBezTo>
                  <a:pt x="29412" y="984549"/>
                  <a:pt x="0" y="955137"/>
                  <a:pt x="0" y="918909"/>
                </a:cubicBezTo>
                <a:lnTo>
                  <a:pt x="0" y="65640"/>
                </a:lnTo>
                <a:cubicBezTo>
                  <a:pt x="0" y="29412"/>
                  <a:pt x="29412" y="0"/>
                  <a:pt x="6564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327340" y="3166966"/>
            <a:ext cx="2362918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4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Recall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98624" y="3396694"/>
            <a:ext cx="2420350" cy="295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38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31442" y="3724878"/>
            <a:ext cx="2354713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true positives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8183" y="4397653"/>
            <a:ext cx="5669362" cy="3240808"/>
          </a:xfrm>
          <a:custGeom>
            <a:avLst/>
            <a:gdLst/>
            <a:ahLst/>
            <a:cxnLst/>
            <a:rect l="l" t="t" r="r" b="b"/>
            <a:pathLst>
              <a:path w="5669362" h="3240808">
                <a:moveTo>
                  <a:pt x="65626" y="0"/>
                </a:moveTo>
                <a:lnTo>
                  <a:pt x="5603736" y="0"/>
                </a:lnTo>
                <a:cubicBezTo>
                  <a:pt x="5639980" y="0"/>
                  <a:pt x="5669362" y="29382"/>
                  <a:pt x="5669362" y="65626"/>
                </a:cubicBezTo>
                <a:lnTo>
                  <a:pt x="5669362" y="3175181"/>
                </a:lnTo>
                <a:cubicBezTo>
                  <a:pt x="5669362" y="3211426"/>
                  <a:pt x="5639980" y="3240808"/>
                  <a:pt x="5603736" y="3240808"/>
                </a:cubicBezTo>
                <a:lnTo>
                  <a:pt x="65626" y="3240808"/>
                </a:lnTo>
                <a:cubicBezTo>
                  <a:pt x="29382" y="3240808"/>
                  <a:pt x="0" y="3211426"/>
                  <a:pt x="0" y="3175181"/>
                </a:cubicBezTo>
                <a:lnTo>
                  <a:pt x="0" y="65626"/>
                </a:lnTo>
                <a:cubicBezTo>
                  <a:pt x="0" y="29406"/>
                  <a:pt x="29406" y="0"/>
                  <a:pt x="65626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92275" y="4561744"/>
            <a:ext cx="5423225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Characteristics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2786" y="5029405"/>
            <a:ext cx="147682" cy="147682"/>
          </a:xfrm>
          <a:custGeom>
            <a:avLst/>
            <a:gdLst/>
            <a:ahLst/>
            <a:cxnLst/>
            <a:rect l="l" t="t" r="r" b="b"/>
            <a:pathLst>
              <a:path w="147682" h="147682">
                <a:moveTo>
                  <a:pt x="73841" y="147682"/>
                </a:moveTo>
                <a:cubicBezTo>
                  <a:pt x="114595" y="147682"/>
                  <a:pt x="147682" y="114595"/>
                  <a:pt x="147682" y="73841"/>
                </a:cubicBezTo>
                <a:cubicBezTo>
                  <a:pt x="147682" y="33087"/>
                  <a:pt x="114595" y="0"/>
                  <a:pt x="73841" y="0"/>
                </a:cubicBezTo>
                <a:cubicBezTo>
                  <a:pt x="33087" y="0"/>
                  <a:pt x="0" y="33087"/>
                  <a:pt x="0" y="73841"/>
                </a:cubicBezTo>
                <a:cubicBezTo>
                  <a:pt x="0" y="114595"/>
                  <a:pt x="33087" y="147682"/>
                  <a:pt x="73841" y="147682"/>
                </a:cubicBezTo>
                <a:close/>
                <a:moveTo>
                  <a:pt x="98186" y="61352"/>
                </a:moveTo>
                <a:lnTo>
                  <a:pt x="75110" y="98272"/>
                </a:lnTo>
                <a:cubicBezTo>
                  <a:pt x="73899" y="100205"/>
                  <a:pt x="71822" y="101416"/>
                  <a:pt x="69543" y="101532"/>
                </a:cubicBezTo>
                <a:cubicBezTo>
                  <a:pt x="67265" y="101647"/>
                  <a:pt x="65073" y="100609"/>
                  <a:pt x="63717" y="98763"/>
                </a:cubicBezTo>
                <a:lnTo>
                  <a:pt x="49872" y="80302"/>
                </a:lnTo>
                <a:cubicBezTo>
                  <a:pt x="47564" y="77245"/>
                  <a:pt x="48199" y="72918"/>
                  <a:pt x="51256" y="70611"/>
                </a:cubicBezTo>
                <a:cubicBezTo>
                  <a:pt x="54314" y="68303"/>
                  <a:pt x="58640" y="68938"/>
                  <a:pt x="60948" y="71995"/>
                </a:cubicBezTo>
                <a:lnTo>
                  <a:pt x="68736" y="82379"/>
                </a:lnTo>
                <a:lnTo>
                  <a:pt x="86446" y="54025"/>
                </a:lnTo>
                <a:cubicBezTo>
                  <a:pt x="88465" y="50795"/>
                  <a:pt x="92734" y="49785"/>
                  <a:pt x="95994" y="51833"/>
                </a:cubicBezTo>
                <a:cubicBezTo>
                  <a:pt x="99253" y="53881"/>
                  <a:pt x="100234" y="58121"/>
                  <a:pt x="98186" y="6138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4" name="Text 22"/>
          <p:cNvSpPr/>
          <p:nvPr/>
        </p:nvSpPr>
        <p:spPr>
          <a:xfrm>
            <a:off x="775332" y="4922746"/>
            <a:ext cx="2248054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Stable Convergence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5332" y="5119655"/>
            <a:ext cx="2239849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Loss decreases smoothly without oscillation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12786" y="5488861"/>
            <a:ext cx="147682" cy="147682"/>
          </a:xfrm>
          <a:custGeom>
            <a:avLst/>
            <a:gdLst/>
            <a:ahLst/>
            <a:cxnLst/>
            <a:rect l="l" t="t" r="r" b="b"/>
            <a:pathLst>
              <a:path w="147682" h="147682">
                <a:moveTo>
                  <a:pt x="73841" y="147682"/>
                </a:moveTo>
                <a:cubicBezTo>
                  <a:pt x="114595" y="147682"/>
                  <a:pt x="147682" y="114595"/>
                  <a:pt x="147682" y="73841"/>
                </a:cubicBezTo>
                <a:cubicBezTo>
                  <a:pt x="147682" y="33087"/>
                  <a:pt x="114595" y="0"/>
                  <a:pt x="73841" y="0"/>
                </a:cubicBezTo>
                <a:cubicBezTo>
                  <a:pt x="33087" y="0"/>
                  <a:pt x="0" y="33087"/>
                  <a:pt x="0" y="73841"/>
                </a:cubicBezTo>
                <a:cubicBezTo>
                  <a:pt x="0" y="114595"/>
                  <a:pt x="33087" y="147682"/>
                  <a:pt x="73841" y="147682"/>
                </a:cubicBezTo>
                <a:close/>
                <a:moveTo>
                  <a:pt x="98186" y="61352"/>
                </a:moveTo>
                <a:lnTo>
                  <a:pt x="75110" y="98272"/>
                </a:lnTo>
                <a:cubicBezTo>
                  <a:pt x="73899" y="100205"/>
                  <a:pt x="71822" y="101416"/>
                  <a:pt x="69543" y="101532"/>
                </a:cubicBezTo>
                <a:cubicBezTo>
                  <a:pt x="67265" y="101647"/>
                  <a:pt x="65073" y="100609"/>
                  <a:pt x="63717" y="98763"/>
                </a:cubicBezTo>
                <a:lnTo>
                  <a:pt x="49872" y="80302"/>
                </a:lnTo>
                <a:cubicBezTo>
                  <a:pt x="47564" y="77245"/>
                  <a:pt x="48199" y="72918"/>
                  <a:pt x="51256" y="70611"/>
                </a:cubicBezTo>
                <a:cubicBezTo>
                  <a:pt x="54314" y="68303"/>
                  <a:pt x="58640" y="68938"/>
                  <a:pt x="60948" y="71995"/>
                </a:cubicBezTo>
                <a:lnTo>
                  <a:pt x="68736" y="82379"/>
                </a:lnTo>
                <a:lnTo>
                  <a:pt x="86446" y="54025"/>
                </a:lnTo>
                <a:cubicBezTo>
                  <a:pt x="88465" y="50795"/>
                  <a:pt x="92734" y="49785"/>
                  <a:pt x="95994" y="51833"/>
                </a:cubicBezTo>
                <a:cubicBezTo>
                  <a:pt x="99253" y="53881"/>
                  <a:pt x="100234" y="58121"/>
                  <a:pt x="98186" y="6138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7" name="Text 25"/>
          <p:cNvSpPr/>
          <p:nvPr/>
        </p:nvSpPr>
        <p:spPr>
          <a:xfrm>
            <a:off x="775332" y="5382202"/>
            <a:ext cx="1985507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Overfitting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5332" y="5579112"/>
            <a:ext cx="1977303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 metrics aligned with training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12786" y="5948318"/>
            <a:ext cx="147682" cy="147682"/>
          </a:xfrm>
          <a:custGeom>
            <a:avLst/>
            <a:gdLst/>
            <a:ahLst/>
            <a:cxnLst/>
            <a:rect l="l" t="t" r="r" b="b"/>
            <a:pathLst>
              <a:path w="147682" h="147682">
                <a:moveTo>
                  <a:pt x="73841" y="147682"/>
                </a:moveTo>
                <a:cubicBezTo>
                  <a:pt x="114595" y="147682"/>
                  <a:pt x="147682" y="114595"/>
                  <a:pt x="147682" y="73841"/>
                </a:cubicBezTo>
                <a:cubicBezTo>
                  <a:pt x="147682" y="33087"/>
                  <a:pt x="114595" y="0"/>
                  <a:pt x="73841" y="0"/>
                </a:cubicBezTo>
                <a:cubicBezTo>
                  <a:pt x="33087" y="0"/>
                  <a:pt x="0" y="33087"/>
                  <a:pt x="0" y="73841"/>
                </a:cubicBezTo>
                <a:cubicBezTo>
                  <a:pt x="0" y="114595"/>
                  <a:pt x="33087" y="147682"/>
                  <a:pt x="73841" y="147682"/>
                </a:cubicBezTo>
                <a:close/>
                <a:moveTo>
                  <a:pt x="98186" y="61352"/>
                </a:moveTo>
                <a:lnTo>
                  <a:pt x="75110" y="98272"/>
                </a:lnTo>
                <a:cubicBezTo>
                  <a:pt x="73899" y="100205"/>
                  <a:pt x="71822" y="101416"/>
                  <a:pt x="69543" y="101532"/>
                </a:cubicBezTo>
                <a:cubicBezTo>
                  <a:pt x="67265" y="101647"/>
                  <a:pt x="65073" y="100609"/>
                  <a:pt x="63717" y="98763"/>
                </a:cubicBezTo>
                <a:lnTo>
                  <a:pt x="49872" y="80302"/>
                </a:lnTo>
                <a:cubicBezTo>
                  <a:pt x="47564" y="77245"/>
                  <a:pt x="48199" y="72918"/>
                  <a:pt x="51256" y="70611"/>
                </a:cubicBezTo>
                <a:cubicBezTo>
                  <a:pt x="54314" y="68303"/>
                  <a:pt x="58640" y="68938"/>
                  <a:pt x="60948" y="71995"/>
                </a:cubicBezTo>
                <a:lnTo>
                  <a:pt x="68736" y="82379"/>
                </a:lnTo>
                <a:lnTo>
                  <a:pt x="86446" y="54025"/>
                </a:lnTo>
                <a:cubicBezTo>
                  <a:pt x="88465" y="50795"/>
                  <a:pt x="92734" y="49785"/>
                  <a:pt x="95994" y="51833"/>
                </a:cubicBezTo>
                <a:cubicBezTo>
                  <a:pt x="99253" y="53881"/>
                  <a:pt x="100234" y="58121"/>
                  <a:pt x="98186" y="6138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0" name="Text 28"/>
          <p:cNvSpPr/>
          <p:nvPr/>
        </p:nvSpPr>
        <p:spPr>
          <a:xfrm>
            <a:off x="775332" y="5841658"/>
            <a:ext cx="1591688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Inference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75332" y="6038568"/>
            <a:ext cx="1583483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prediction capability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5352" y="1345550"/>
            <a:ext cx="5669362" cy="2888011"/>
          </a:xfrm>
          <a:custGeom>
            <a:avLst/>
            <a:gdLst/>
            <a:ahLst/>
            <a:cxnLst/>
            <a:rect l="l" t="t" r="r" b="b"/>
            <a:pathLst>
              <a:path w="5669362" h="2888011">
                <a:moveTo>
                  <a:pt x="65644" y="0"/>
                </a:moveTo>
                <a:lnTo>
                  <a:pt x="5603718" y="0"/>
                </a:lnTo>
                <a:cubicBezTo>
                  <a:pt x="5639972" y="0"/>
                  <a:pt x="5669362" y="29390"/>
                  <a:pt x="5669362" y="65644"/>
                </a:cubicBezTo>
                <a:lnTo>
                  <a:pt x="5669362" y="2822366"/>
                </a:lnTo>
                <a:cubicBezTo>
                  <a:pt x="5669362" y="2858621"/>
                  <a:pt x="5639972" y="2888011"/>
                  <a:pt x="5603718" y="2888011"/>
                </a:cubicBezTo>
                <a:lnTo>
                  <a:pt x="65644" y="2888011"/>
                </a:lnTo>
                <a:cubicBezTo>
                  <a:pt x="29414" y="2888011"/>
                  <a:pt x="0" y="2858596"/>
                  <a:pt x="0" y="2822366"/>
                </a:cubicBezTo>
                <a:lnTo>
                  <a:pt x="0" y="65644"/>
                </a:lnTo>
                <a:cubicBezTo>
                  <a:pt x="0" y="29414"/>
                  <a:pt x="29414" y="0"/>
                  <a:pt x="6564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384058" y="1542460"/>
            <a:ext cx="196910" cy="196910"/>
          </a:xfrm>
          <a:custGeom>
            <a:avLst/>
            <a:gdLst/>
            <a:ahLst/>
            <a:cxnLst/>
            <a:rect l="l" t="t" r="r" b="b"/>
            <a:pathLst>
              <a:path w="196910" h="196910">
                <a:moveTo>
                  <a:pt x="55496" y="0"/>
                </a:moveTo>
                <a:lnTo>
                  <a:pt x="141644" y="0"/>
                </a:lnTo>
                <a:cubicBezTo>
                  <a:pt x="151836" y="0"/>
                  <a:pt x="160143" y="8384"/>
                  <a:pt x="159758" y="18537"/>
                </a:cubicBezTo>
                <a:cubicBezTo>
                  <a:pt x="159682" y="20576"/>
                  <a:pt x="159605" y="22614"/>
                  <a:pt x="159489" y="24614"/>
                </a:cubicBezTo>
                <a:lnTo>
                  <a:pt x="178565" y="24614"/>
                </a:lnTo>
                <a:cubicBezTo>
                  <a:pt x="188603" y="24614"/>
                  <a:pt x="197448" y="32921"/>
                  <a:pt x="196679" y="43766"/>
                </a:cubicBezTo>
                <a:cubicBezTo>
                  <a:pt x="193795" y="83648"/>
                  <a:pt x="173411" y="105570"/>
                  <a:pt x="151298" y="117031"/>
                </a:cubicBezTo>
                <a:cubicBezTo>
                  <a:pt x="145221" y="120184"/>
                  <a:pt x="139029" y="122530"/>
                  <a:pt x="133145" y="124261"/>
                </a:cubicBezTo>
                <a:cubicBezTo>
                  <a:pt x="125376" y="135260"/>
                  <a:pt x="117300" y="141067"/>
                  <a:pt x="110877" y="144183"/>
                </a:cubicBezTo>
                <a:lnTo>
                  <a:pt x="110877" y="172296"/>
                </a:lnTo>
                <a:lnTo>
                  <a:pt x="135491" y="172296"/>
                </a:lnTo>
                <a:cubicBezTo>
                  <a:pt x="142298" y="172296"/>
                  <a:pt x="147798" y="177796"/>
                  <a:pt x="147798" y="184603"/>
                </a:cubicBezTo>
                <a:cubicBezTo>
                  <a:pt x="147798" y="191410"/>
                  <a:pt x="142298" y="196910"/>
                  <a:pt x="135491" y="196910"/>
                </a:cubicBezTo>
                <a:lnTo>
                  <a:pt x="61650" y="196910"/>
                </a:lnTo>
                <a:cubicBezTo>
                  <a:pt x="54842" y="196910"/>
                  <a:pt x="49343" y="191410"/>
                  <a:pt x="49343" y="184603"/>
                </a:cubicBezTo>
                <a:cubicBezTo>
                  <a:pt x="49343" y="177796"/>
                  <a:pt x="54842" y="172296"/>
                  <a:pt x="61650" y="172296"/>
                </a:cubicBezTo>
                <a:lnTo>
                  <a:pt x="86263" y="172296"/>
                </a:lnTo>
                <a:lnTo>
                  <a:pt x="86263" y="144183"/>
                </a:lnTo>
                <a:cubicBezTo>
                  <a:pt x="80110" y="141221"/>
                  <a:pt x="72457" y="135722"/>
                  <a:pt x="64996" y="125607"/>
                </a:cubicBezTo>
                <a:cubicBezTo>
                  <a:pt x="57919" y="123761"/>
                  <a:pt x="50227" y="120953"/>
                  <a:pt x="42728" y="116723"/>
                </a:cubicBezTo>
                <a:cubicBezTo>
                  <a:pt x="21922" y="105070"/>
                  <a:pt x="3154" y="83110"/>
                  <a:pt x="462" y="43689"/>
                </a:cubicBezTo>
                <a:cubicBezTo>
                  <a:pt x="-269" y="32882"/>
                  <a:pt x="8538" y="24575"/>
                  <a:pt x="18576" y="24575"/>
                </a:cubicBezTo>
                <a:lnTo>
                  <a:pt x="37651" y="24575"/>
                </a:lnTo>
                <a:cubicBezTo>
                  <a:pt x="37536" y="22575"/>
                  <a:pt x="37459" y="20576"/>
                  <a:pt x="37382" y="18499"/>
                </a:cubicBezTo>
                <a:cubicBezTo>
                  <a:pt x="36998" y="8307"/>
                  <a:pt x="45305" y="-38"/>
                  <a:pt x="55496" y="-38"/>
                </a:cubicBezTo>
                <a:close/>
                <a:moveTo>
                  <a:pt x="39036" y="43074"/>
                </a:moveTo>
                <a:lnTo>
                  <a:pt x="18883" y="43074"/>
                </a:lnTo>
                <a:cubicBezTo>
                  <a:pt x="21268" y="75649"/>
                  <a:pt x="36228" y="91955"/>
                  <a:pt x="51650" y="100609"/>
                </a:cubicBezTo>
                <a:cubicBezTo>
                  <a:pt x="46112" y="86263"/>
                  <a:pt x="41536" y="67534"/>
                  <a:pt x="39036" y="43074"/>
                </a:cubicBezTo>
                <a:close/>
                <a:moveTo>
                  <a:pt x="146144" y="98763"/>
                </a:moveTo>
                <a:cubicBezTo>
                  <a:pt x="161720" y="89609"/>
                  <a:pt x="175796" y="73341"/>
                  <a:pt x="178180" y="43074"/>
                </a:cubicBezTo>
                <a:lnTo>
                  <a:pt x="158066" y="43074"/>
                </a:lnTo>
                <a:cubicBezTo>
                  <a:pt x="155682" y="66496"/>
                  <a:pt x="151374" y="84687"/>
                  <a:pt x="146144" y="9876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4" name="Text 32"/>
          <p:cNvSpPr/>
          <p:nvPr/>
        </p:nvSpPr>
        <p:spPr>
          <a:xfrm>
            <a:off x="6605581" y="1509642"/>
            <a:ext cx="5193497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Achievements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59444" y="1903462"/>
            <a:ext cx="5341179" cy="656366"/>
          </a:xfrm>
          <a:custGeom>
            <a:avLst/>
            <a:gdLst/>
            <a:ahLst/>
            <a:cxnLst/>
            <a:rect l="l" t="t" r="r" b="b"/>
            <a:pathLst>
              <a:path w="5341179" h="656366">
                <a:moveTo>
                  <a:pt x="32818" y="0"/>
                </a:moveTo>
                <a:lnTo>
                  <a:pt x="5308361" y="0"/>
                </a:lnTo>
                <a:cubicBezTo>
                  <a:pt x="5326486" y="0"/>
                  <a:pt x="5341179" y="14693"/>
                  <a:pt x="5341179" y="32818"/>
                </a:cubicBezTo>
                <a:lnTo>
                  <a:pt x="5341179" y="623548"/>
                </a:lnTo>
                <a:cubicBezTo>
                  <a:pt x="5341179" y="641673"/>
                  <a:pt x="5326486" y="656366"/>
                  <a:pt x="5308361" y="656366"/>
                </a:cubicBezTo>
                <a:lnTo>
                  <a:pt x="32818" y="656366"/>
                </a:lnTo>
                <a:cubicBezTo>
                  <a:pt x="14693" y="656366"/>
                  <a:pt x="0" y="641673"/>
                  <a:pt x="0" y="623548"/>
                </a:cubicBezTo>
                <a:lnTo>
                  <a:pt x="0" y="32818"/>
                </a:lnTo>
                <a:cubicBezTo>
                  <a:pt x="0" y="14693"/>
                  <a:pt x="14693" y="0"/>
                  <a:pt x="3281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490717" y="2034735"/>
            <a:ext cx="5144269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Accuracy Classification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90717" y="2264463"/>
            <a:ext cx="5136065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Demonstrates robust distinction between authentic and fabricated content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59444" y="2658283"/>
            <a:ext cx="5341179" cy="656366"/>
          </a:xfrm>
          <a:custGeom>
            <a:avLst/>
            <a:gdLst/>
            <a:ahLst/>
            <a:cxnLst/>
            <a:rect l="l" t="t" r="r" b="b"/>
            <a:pathLst>
              <a:path w="5341179" h="656366">
                <a:moveTo>
                  <a:pt x="32818" y="0"/>
                </a:moveTo>
                <a:lnTo>
                  <a:pt x="5308361" y="0"/>
                </a:lnTo>
                <a:cubicBezTo>
                  <a:pt x="5326486" y="0"/>
                  <a:pt x="5341179" y="14693"/>
                  <a:pt x="5341179" y="32818"/>
                </a:cubicBezTo>
                <a:lnTo>
                  <a:pt x="5341179" y="623548"/>
                </a:lnTo>
                <a:cubicBezTo>
                  <a:pt x="5341179" y="641673"/>
                  <a:pt x="5326486" y="656366"/>
                  <a:pt x="5308361" y="656366"/>
                </a:cubicBezTo>
                <a:lnTo>
                  <a:pt x="32818" y="656366"/>
                </a:lnTo>
                <a:cubicBezTo>
                  <a:pt x="14693" y="656366"/>
                  <a:pt x="0" y="641673"/>
                  <a:pt x="0" y="623548"/>
                </a:cubicBezTo>
                <a:lnTo>
                  <a:pt x="0" y="32818"/>
                </a:lnTo>
                <a:cubicBezTo>
                  <a:pt x="0" y="14693"/>
                  <a:pt x="14693" y="0"/>
                  <a:pt x="3281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490717" y="2789556"/>
            <a:ext cx="5144269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Successful Web Deployment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90717" y="3019284"/>
            <a:ext cx="5136065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Intuitive interface enables non-technical user access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59444" y="3413104"/>
            <a:ext cx="5341179" cy="656366"/>
          </a:xfrm>
          <a:custGeom>
            <a:avLst/>
            <a:gdLst/>
            <a:ahLst/>
            <a:cxnLst/>
            <a:rect l="l" t="t" r="r" b="b"/>
            <a:pathLst>
              <a:path w="5341179" h="656366">
                <a:moveTo>
                  <a:pt x="32818" y="0"/>
                </a:moveTo>
                <a:lnTo>
                  <a:pt x="5308361" y="0"/>
                </a:lnTo>
                <a:cubicBezTo>
                  <a:pt x="5326486" y="0"/>
                  <a:pt x="5341179" y="14693"/>
                  <a:pt x="5341179" y="32818"/>
                </a:cubicBezTo>
                <a:lnTo>
                  <a:pt x="5341179" y="623548"/>
                </a:lnTo>
                <a:cubicBezTo>
                  <a:pt x="5341179" y="641673"/>
                  <a:pt x="5326486" y="656366"/>
                  <a:pt x="5308361" y="656366"/>
                </a:cubicBezTo>
                <a:lnTo>
                  <a:pt x="32818" y="656366"/>
                </a:lnTo>
                <a:cubicBezTo>
                  <a:pt x="14693" y="656366"/>
                  <a:pt x="0" y="641673"/>
                  <a:pt x="0" y="623548"/>
                </a:cubicBezTo>
                <a:lnTo>
                  <a:pt x="0" y="32818"/>
                </a:lnTo>
                <a:cubicBezTo>
                  <a:pt x="0" y="14693"/>
                  <a:pt x="14693" y="0"/>
                  <a:pt x="3281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490717" y="3544377"/>
            <a:ext cx="5144269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Practical AI Application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90717" y="3774105"/>
            <a:ext cx="5136065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Effective cybersecurity tool for digital forensics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95352" y="4397653"/>
            <a:ext cx="5669362" cy="3240808"/>
          </a:xfrm>
          <a:custGeom>
            <a:avLst/>
            <a:gdLst/>
            <a:ahLst/>
            <a:cxnLst/>
            <a:rect l="l" t="t" r="r" b="b"/>
            <a:pathLst>
              <a:path w="5669362" h="3240808">
                <a:moveTo>
                  <a:pt x="65626" y="0"/>
                </a:moveTo>
                <a:lnTo>
                  <a:pt x="5603736" y="0"/>
                </a:lnTo>
                <a:cubicBezTo>
                  <a:pt x="5639980" y="0"/>
                  <a:pt x="5669362" y="29382"/>
                  <a:pt x="5669362" y="65626"/>
                </a:cubicBezTo>
                <a:lnTo>
                  <a:pt x="5669362" y="3175181"/>
                </a:lnTo>
                <a:cubicBezTo>
                  <a:pt x="5669362" y="3211426"/>
                  <a:pt x="5639980" y="3240808"/>
                  <a:pt x="5603736" y="3240808"/>
                </a:cubicBezTo>
                <a:lnTo>
                  <a:pt x="65626" y="3240808"/>
                </a:lnTo>
                <a:cubicBezTo>
                  <a:pt x="29382" y="3240808"/>
                  <a:pt x="0" y="3211426"/>
                  <a:pt x="0" y="3175181"/>
                </a:cubicBezTo>
                <a:lnTo>
                  <a:pt x="0" y="65626"/>
                </a:lnTo>
                <a:cubicBezTo>
                  <a:pt x="0" y="29406"/>
                  <a:pt x="29406" y="0"/>
                  <a:pt x="65626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359444" y="4561744"/>
            <a:ext cx="5439634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Validation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59444" y="4955564"/>
            <a:ext cx="2625464" cy="820458"/>
          </a:xfrm>
          <a:custGeom>
            <a:avLst/>
            <a:gdLst/>
            <a:ahLst/>
            <a:cxnLst/>
            <a:rect l="l" t="t" r="r" b="b"/>
            <a:pathLst>
              <a:path w="2625464" h="820458">
                <a:moveTo>
                  <a:pt x="32818" y="0"/>
                </a:moveTo>
                <a:lnTo>
                  <a:pt x="2592646" y="0"/>
                </a:lnTo>
                <a:cubicBezTo>
                  <a:pt x="2610771" y="0"/>
                  <a:pt x="2625464" y="14693"/>
                  <a:pt x="2625464" y="32818"/>
                </a:cubicBezTo>
                <a:lnTo>
                  <a:pt x="2625464" y="787639"/>
                </a:lnTo>
                <a:cubicBezTo>
                  <a:pt x="2625464" y="805764"/>
                  <a:pt x="2610771" y="820458"/>
                  <a:pt x="2592646" y="820458"/>
                </a:cubicBezTo>
                <a:lnTo>
                  <a:pt x="32818" y="820458"/>
                </a:lnTo>
                <a:cubicBezTo>
                  <a:pt x="14693" y="820458"/>
                  <a:pt x="0" y="805764"/>
                  <a:pt x="0" y="787639"/>
                </a:cubicBezTo>
                <a:lnTo>
                  <a:pt x="0" y="32818"/>
                </a:lnTo>
                <a:cubicBezTo>
                  <a:pt x="0" y="14705"/>
                  <a:pt x="14705" y="0"/>
                  <a:pt x="3281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584105" y="5054019"/>
            <a:ext cx="172296" cy="196910"/>
          </a:xfrm>
          <a:custGeom>
            <a:avLst/>
            <a:gdLst/>
            <a:ahLst/>
            <a:cxnLst/>
            <a:rect l="l" t="t" r="r" b="b"/>
            <a:pathLst>
              <a:path w="172296" h="196910">
                <a:moveTo>
                  <a:pt x="172296" y="79149"/>
                </a:moveTo>
                <a:cubicBezTo>
                  <a:pt x="166604" y="82917"/>
                  <a:pt x="160066" y="85956"/>
                  <a:pt x="153259" y="88379"/>
                </a:cubicBezTo>
                <a:cubicBezTo>
                  <a:pt x="135183" y="94840"/>
                  <a:pt x="111454" y="98455"/>
                  <a:pt x="86148" y="98455"/>
                </a:cubicBezTo>
                <a:cubicBezTo>
                  <a:pt x="60842" y="98455"/>
                  <a:pt x="37074" y="94801"/>
                  <a:pt x="19037" y="88379"/>
                </a:cubicBezTo>
                <a:cubicBezTo>
                  <a:pt x="12268" y="85956"/>
                  <a:pt x="5692" y="82917"/>
                  <a:pt x="0" y="79149"/>
                </a:cubicBezTo>
                <a:lnTo>
                  <a:pt x="0" y="110762"/>
                </a:lnTo>
                <a:cubicBezTo>
                  <a:pt x="0" y="127761"/>
                  <a:pt x="38574" y="141529"/>
                  <a:pt x="86148" y="141529"/>
                </a:cubicBezTo>
                <a:cubicBezTo>
                  <a:pt x="133722" y="141529"/>
                  <a:pt x="172296" y="127761"/>
                  <a:pt x="172296" y="110762"/>
                </a:cubicBezTo>
                <a:lnTo>
                  <a:pt x="172296" y="79149"/>
                </a:lnTo>
                <a:close/>
                <a:moveTo>
                  <a:pt x="172296" y="49227"/>
                </a:moveTo>
                <a:lnTo>
                  <a:pt x="172296" y="30767"/>
                </a:lnTo>
                <a:cubicBezTo>
                  <a:pt x="172296" y="13768"/>
                  <a:pt x="133722" y="0"/>
                  <a:pt x="86148" y="0"/>
                </a:cubicBezTo>
                <a:cubicBezTo>
                  <a:pt x="38574" y="0"/>
                  <a:pt x="0" y="13768"/>
                  <a:pt x="0" y="30767"/>
                </a:cubicBezTo>
                <a:lnTo>
                  <a:pt x="0" y="49227"/>
                </a:lnTo>
                <a:cubicBezTo>
                  <a:pt x="0" y="66226"/>
                  <a:pt x="38574" y="79995"/>
                  <a:pt x="86148" y="79995"/>
                </a:cubicBezTo>
                <a:cubicBezTo>
                  <a:pt x="133722" y="79995"/>
                  <a:pt x="172296" y="66226"/>
                  <a:pt x="172296" y="49227"/>
                </a:cubicBezTo>
                <a:close/>
                <a:moveTo>
                  <a:pt x="153259" y="149913"/>
                </a:moveTo>
                <a:cubicBezTo>
                  <a:pt x="135222" y="156336"/>
                  <a:pt x="111492" y="159989"/>
                  <a:pt x="86148" y="159989"/>
                </a:cubicBezTo>
                <a:cubicBezTo>
                  <a:pt x="60804" y="159989"/>
                  <a:pt x="37074" y="156336"/>
                  <a:pt x="19037" y="149913"/>
                </a:cubicBezTo>
                <a:cubicBezTo>
                  <a:pt x="12268" y="147490"/>
                  <a:pt x="5692" y="144452"/>
                  <a:pt x="0" y="140683"/>
                </a:cubicBezTo>
                <a:lnTo>
                  <a:pt x="0" y="166143"/>
                </a:lnTo>
                <a:cubicBezTo>
                  <a:pt x="0" y="183142"/>
                  <a:pt x="38574" y="196910"/>
                  <a:pt x="86148" y="196910"/>
                </a:cubicBezTo>
                <a:cubicBezTo>
                  <a:pt x="133722" y="196910"/>
                  <a:pt x="172296" y="183142"/>
                  <a:pt x="172296" y="166143"/>
                </a:cubicBezTo>
                <a:lnTo>
                  <a:pt x="172296" y="140683"/>
                </a:lnTo>
                <a:cubicBezTo>
                  <a:pt x="166604" y="144452"/>
                  <a:pt x="160066" y="147490"/>
                  <a:pt x="153259" y="14991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8" name="Text 46"/>
          <p:cNvSpPr/>
          <p:nvPr/>
        </p:nvSpPr>
        <p:spPr>
          <a:xfrm>
            <a:off x="6425080" y="5316565"/>
            <a:ext cx="2494191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 Dataset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29183" y="5513475"/>
            <a:ext cx="2485987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190K+ images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079645" y="4955564"/>
            <a:ext cx="2625464" cy="820458"/>
          </a:xfrm>
          <a:custGeom>
            <a:avLst/>
            <a:gdLst/>
            <a:ahLst/>
            <a:cxnLst/>
            <a:rect l="l" t="t" r="r" b="b"/>
            <a:pathLst>
              <a:path w="2625464" h="820458">
                <a:moveTo>
                  <a:pt x="32818" y="0"/>
                </a:moveTo>
                <a:lnTo>
                  <a:pt x="2592646" y="0"/>
                </a:lnTo>
                <a:cubicBezTo>
                  <a:pt x="2610771" y="0"/>
                  <a:pt x="2625464" y="14693"/>
                  <a:pt x="2625464" y="32818"/>
                </a:cubicBezTo>
                <a:lnTo>
                  <a:pt x="2625464" y="787639"/>
                </a:lnTo>
                <a:cubicBezTo>
                  <a:pt x="2625464" y="805764"/>
                  <a:pt x="2610771" y="820458"/>
                  <a:pt x="2592646" y="820458"/>
                </a:cubicBezTo>
                <a:lnTo>
                  <a:pt x="32818" y="820458"/>
                </a:lnTo>
                <a:cubicBezTo>
                  <a:pt x="14693" y="820458"/>
                  <a:pt x="0" y="805764"/>
                  <a:pt x="0" y="787639"/>
                </a:cubicBezTo>
                <a:lnTo>
                  <a:pt x="0" y="32818"/>
                </a:lnTo>
                <a:cubicBezTo>
                  <a:pt x="0" y="14705"/>
                  <a:pt x="14705" y="0"/>
                  <a:pt x="3281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267514" y="5054019"/>
            <a:ext cx="246137" cy="196910"/>
          </a:xfrm>
          <a:custGeom>
            <a:avLst/>
            <a:gdLst/>
            <a:ahLst/>
            <a:cxnLst/>
            <a:rect l="l" t="t" r="r" b="b"/>
            <a:pathLst>
              <a:path w="246137" h="196910">
                <a:moveTo>
                  <a:pt x="147682" y="12307"/>
                </a:moveTo>
                <a:lnTo>
                  <a:pt x="196910" y="12307"/>
                </a:lnTo>
                <a:cubicBezTo>
                  <a:pt x="203717" y="12307"/>
                  <a:pt x="209217" y="17806"/>
                  <a:pt x="209217" y="24614"/>
                </a:cubicBezTo>
                <a:cubicBezTo>
                  <a:pt x="209217" y="31421"/>
                  <a:pt x="203717" y="36921"/>
                  <a:pt x="196910" y="36921"/>
                </a:cubicBezTo>
                <a:lnTo>
                  <a:pt x="153220" y="36921"/>
                </a:lnTo>
                <a:cubicBezTo>
                  <a:pt x="151221" y="46843"/>
                  <a:pt x="144413" y="55035"/>
                  <a:pt x="135376" y="58958"/>
                </a:cubicBezTo>
                <a:lnTo>
                  <a:pt x="135376" y="172296"/>
                </a:lnTo>
                <a:lnTo>
                  <a:pt x="196910" y="172296"/>
                </a:lnTo>
                <a:cubicBezTo>
                  <a:pt x="203717" y="172296"/>
                  <a:pt x="209217" y="177796"/>
                  <a:pt x="209217" y="184603"/>
                </a:cubicBezTo>
                <a:cubicBezTo>
                  <a:pt x="209217" y="191410"/>
                  <a:pt x="203717" y="196910"/>
                  <a:pt x="196910" y="196910"/>
                </a:cubicBezTo>
                <a:lnTo>
                  <a:pt x="49227" y="196910"/>
                </a:lnTo>
                <a:cubicBezTo>
                  <a:pt x="42420" y="196910"/>
                  <a:pt x="36921" y="191410"/>
                  <a:pt x="36921" y="184603"/>
                </a:cubicBezTo>
                <a:cubicBezTo>
                  <a:pt x="36921" y="177796"/>
                  <a:pt x="42420" y="172296"/>
                  <a:pt x="49227" y="172296"/>
                </a:cubicBezTo>
                <a:lnTo>
                  <a:pt x="110762" y="172296"/>
                </a:lnTo>
                <a:lnTo>
                  <a:pt x="110762" y="58958"/>
                </a:lnTo>
                <a:cubicBezTo>
                  <a:pt x="101724" y="54996"/>
                  <a:pt x="94917" y="46805"/>
                  <a:pt x="92917" y="36921"/>
                </a:cubicBezTo>
                <a:lnTo>
                  <a:pt x="49227" y="36921"/>
                </a:lnTo>
                <a:cubicBezTo>
                  <a:pt x="42420" y="36921"/>
                  <a:pt x="36921" y="31421"/>
                  <a:pt x="36921" y="24614"/>
                </a:cubicBezTo>
                <a:cubicBezTo>
                  <a:pt x="36921" y="17806"/>
                  <a:pt x="42420" y="12307"/>
                  <a:pt x="49227" y="12307"/>
                </a:cubicBezTo>
                <a:lnTo>
                  <a:pt x="98455" y="12307"/>
                </a:lnTo>
                <a:cubicBezTo>
                  <a:pt x="104070" y="4846"/>
                  <a:pt x="112992" y="0"/>
                  <a:pt x="123069" y="0"/>
                </a:cubicBezTo>
                <a:cubicBezTo>
                  <a:pt x="133145" y="0"/>
                  <a:pt x="142067" y="4846"/>
                  <a:pt x="147682" y="12307"/>
                </a:cubicBezTo>
                <a:close/>
                <a:moveTo>
                  <a:pt x="169066" y="123069"/>
                </a:moveTo>
                <a:lnTo>
                  <a:pt x="224754" y="123069"/>
                </a:lnTo>
                <a:lnTo>
                  <a:pt x="196910" y="75303"/>
                </a:lnTo>
                <a:lnTo>
                  <a:pt x="169066" y="123069"/>
                </a:lnTo>
                <a:close/>
                <a:moveTo>
                  <a:pt x="196910" y="159989"/>
                </a:moveTo>
                <a:cubicBezTo>
                  <a:pt x="172719" y="159989"/>
                  <a:pt x="152605" y="146913"/>
                  <a:pt x="148452" y="129645"/>
                </a:cubicBezTo>
                <a:cubicBezTo>
                  <a:pt x="147452" y="125415"/>
                  <a:pt x="148836" y="121069"/>
                  <a:pt x="151028" y="117300"/>
                </a:cubicBezTo>
                <a:lnTo>
                  <a:pt x="187641" y="54535"/>
                </a:lnTo>
                <a:cubicBezTo>
                  <a:pt x="189564" y="51227"/>
                  <a:pt x="193102" y="49227"/>
                  <a:pt x="196910" y="49227"/>
                </a:cubicBezTo>
                <a:cubicBezTo>
                  <a:pt x="200717" y="49227"/>
                  <a:pt x="204255" y="51266"/>
                  <a:pt x="206178" y="54535"/>
                </a:cubicBezTo>
                <a:lnTo>
                  <a:pt x="242791" y="117300"/>
                </a:lnTo>
                <a:cubicBezTo>
                  <a:pt x="244984" y="121069"/>
                  <a:pt x="246368" y="125415"/>
                  <a:pt x="245368" y="129645"/>
                </a:cubicBezTo>
                <a:cubicBezTo>
                  <a:pt x="241215" y="146875"/>
                  <a:pt x="221101" y="159989"/>
                  <a:pt x="196910" y="159989"/>
                </a:cubicBezTo>
                <a:close/>
                <a:moveTo>
                  <a:pt x="48766" y="75303"/>
                </a:moveTo>
                <a:lnTo>
                  <a:pt x="20922" y="123069"/>
                </a:lnTo>
                <a:lnTo>
                  <a:pt x="76649" y="123069"/>
                </a:lnTo>
                <a:lnTo>
                  <a:pt x="48766" y="75303"/>
                </a:lnTo>
                <a:close/>
                <a:moveTo>
                  <a:pt x="346" y="129645"/>
                </a:moveTo>
                <a:cubicBezTo>
                  <a:pt x="-654" y="125415"/>
                  <a:pt x="731" y="121069"/>
                  <a:pt x="2923" y="117300"/>
                </a:cubicBezTo>
                <a:lnTo>
                  <a:pt x="39536" y="54535"/>
                </a:lnTo>
                <a:cubicBezTo>
                  <a:pt x="41459" y="51227"/>
                  <a:pt x="44997" y="49227"/>
                  <a:pt x="48804" y="49227"/>
                </a:cubicBezTo>
                <a:cubicBezTo>
                  <a:pt x="52612" y="49227"/>
                  <a:pt x="56150" y="51266"/>
                  <a:pt x="58073" y="54535"/>
                </a:cubicBezTo>
                <a:lnTo>
                  <a:pt x="94686" y="117300"/>
                </a:lnTo>
                <a:cubicBezTo>
                  <a:pt x="96878" y="121069"/>
                  <a:pt x="98263" y="125415"/>
                  <a:pt x="97263" y="129645"/>
                </a:cubicBezTo>
                <a:cubicBezTo>
                  <a:pt x="93109" y="146875"/>
                  <a:pt x="72995" y="159989"/>
                  <a:pt x="48804" y="159989"/>
                </a:cubicBezTo>
                <a:cubicBezTo>
                  <a:pt x="24614" y="159989"/>
                  <a:pt x="4500" y="146913"/>
                  <a:pt x="346" y="129645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52" name="Text 50"/>
          <p:cNvSpPr/>
          <p:nvPr/>
        </p:nvSpPr>
        <p:spPr>
          <a:xfrm>
            <a:off x="9145282" y="5316565"/>
            <a:ext cx="2494191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Balanced Classes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149384" y="5513475"/>
            <a:ext cx="2485987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Equal distribution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59444" y="5874476"/>
            <a:ext cx="2625464" cy="820458"/>
          </a:xfrm>
          <a:custGeom>
            <a:avLst/>
            <a:gdLst/>
            <a:ahLst/>
            <a:cxnLst/>
            <a:rect l="l" t="t" r="r" b="b"/>
            <a:pathLst>
              <a:path w="2625464" h="820458">
                <a:moveTo>
                  <a:pt x="32818" y="0"/>
                </a:moveTo>
                <a:lnTo>
                  <a:pt x="2592646" y="0"/>
                </a:lnTo>
                <a:cubicBezTo>
                  <a:pt x="2610771" y="0"/>
                  <a:pt x="2625464" y="14693"/>
                  <a:pt x="2625464" y="32818"/>
                </a:cubicBezTo>
                <a:lnTo>
                  <a:pt x="2625464" y="787639"/>
                </a:lnTo>
                <a:cubicBezTo>
                  <a:pt x="2625464" y="805764"/>
                  <a:pt x="2610771" y="820458"/>
                  <a:pt x="2592646" y="820458"/>
                </a:cubicBezTo>
                <a:lnTo>
                  <a:pt x="32818" y="820458"/>
                </a:lnTo>
                <a:cubicBezTo>
                  <a:pt x="14693" y="820458"/>
                  <a:pt x="0" y="805764"/>
                  <a:pt x="0" y="787639"/>
                </a:cubicBezTo>
                <a:lnTo>
                  <a:pt x="0" y="32818"/>
                </a:lnTo>
                <a:cubicBezTo>
                  <a:pt x="0" y="14705"/>
                  <a:pt x="14705" y="0"/>
                  <a:pt x="3281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559491" y="5972931"/>
            <a:ext cx="221524" cy="196910"/>
          </a:xfrm>
          <a:custGeom>
            <a:avLst/>
            <a:gdLst/>
            <a:ahLst/>
            <a:cxnLst/>
            <a:rect l="l" t="t" r="r" b="b"/>
            <a:pathLst>
              <a:path w="221524" h="196910">
                <a:moveTo>
                  <a:pt x="110762" y="12307"/>
                </a:moveTo>
                <a:cubicBezTo>
                  <a:pt x="79687" y="12307"/>
                  <a:pt x="54804" y="26460"/>
                  <a:pt x="36690" y="43305"/>
                </a:cubicBezTo>
                <a:cubicBezTo>
                  <a:pt x="18691" y="60034"/>
                  <a:pt x="6653" y="79995"/>
                  <a:pt x="923" y="93724"/>
                </a:cubicBezTo>
                <a:cubicBezTo>
                  <a:pt x="-346" y="96763"/>
                  <a:pt x="-346" y="100147"/>
                  <a:pt x="923" y="103185"/>
                </a:cubicBezTo>
                <a:cubicBezTo>
                  <a:pt x="6653" y="116915"/>
                  <a:pt x="18691" y="136914"/>
                  <a:pt x="36690" y="153605"/>
                </a:cubicBezTo>
                <a:cubicBezTo>
                  <a:pt x="54804" y="170412"/>
                  <a:pt x="79687" y="184603"/>
                  <a:pt x="110762" y="184603"/>
                </a:cubicBezTo>
                <a:cubicBezTo>
                  <a:pt x="141837" y="184603"/>
                  <a:pt x="166720" y="170450"/>
                  <a:pt x="184834" y="153605"/>
                </a:cubicBezTo>
                <a:cubicBezTo>
                  <a:pt x="202833" y="136875"/>
                  <a:pt x="214870" y="116915"/>
                  <a:pt x="220601" y="103185"/>
                </a:cubicBezTo>
                <a:cubicBezTo>
                  <a:pt x="221870" y="100147"/>
                  <a:pt x="221870" y="96763"/>
                  <a:pt x="220601" y="93724"/>
                </a:cubicBezTo>
                <a:cubicBezTo>
                  <a:pt x="214870" y="79995"/>
                  <a:pt x="202833" y="59996"/>
                  <a:pt x="184834" y="43305"/>
                </a:cubicBezTo>
                <a:cubicBezTo>
                  <a:pt x="166720" y="26498"/>
                  <a:pt x="141837" y="12307"/>
                  <a:pt x="110762" y="12307"/>
                </a:cubicBezTo>
                <a:close/>
                <a:moveTo>
                  <a:pt x="55381" y="98455"/>
                </a:moveTo>
                <a:cubicBezTo>
                  <a:pt x="55381" y="67889"/>
                  <a:pt x="80196" y="43074"/>
                  <a:pt x="110762" y="43074"/>
                </a:cubicBezTo>
                <a:cubicBezTo>
                  <a:pt x="141327" y="43074"/>
                  <a:pt x="166143" y="67889"/>
                  <a:pt x="166143" y="98455"/>
                </a:cubicBezTo>
                <a:cubicBezTo>
                  <a:pt x="166143" y="129020"/>
                  <a:pt x="141327" y="153836"/>
                  <a:pt x="110762" y="153836"/>
                </a:cubicBezTo>
                <a:cubicBezTo>
                  <a:pt x="80196" y="153836"/>
                  <a:pt x="55381" y="129020"/>
                  <a:pt x="55381" y="98455"/>
                </a:cubicBezTo>
                <a:close/>
                <a:moveTo>
                  <a:pt x="110762" y="73841"/>
                </a:moveTo>
                <a:cubicBezTo>
                  <a:pt x="110762" y="87417"/>
                  <a:pt x="99724" y="98455"/>
                  <a:pt x="86148" y="98455"/>
                </a:cubicBezTo>
                <a:cubicBezTo>
                  <a:pt x="81725" y="98455"/>
                  <a:pt x="77572" y="97301"/>
                  <a:pt x="73957" y="95224"/>
                </a:cubicBezTo>
                <a:cubicBezTo>
                  <a:pt x="73572" y="99416"/>
                  <a:pt x="73918" y="103724"/>
                  <a:pt x="75072" y="107993"/>
                </a:cubicBezTo>
                <a:cubicBezTo>
                  <a:pt x="80341" y="127684"/>
                  <a:pt x="100609" y="139375"/>
                  <a:pt x="120300" y="134106"/>
                </a:cubicBezTo>
                <a:cubicBezTo>
                  <a:pt x="139991" y="128837"/>
                  <a:pt x="151682" y="108570"/>
                  <a:pt x="146413" y="88879"/>
                </a:cubicBezTo>
                <a:cubicBezTo>
                  <a:pt x="141721" y="71303"/>
                  <a:pt x="125069" y="60111"/>
                  <a:pt x="107531" y="61650"/>
                </a:cubicBezTo>
                <a:cubicBezTo>
                  <a:pt x="109570" y="65226"/>
                  <a:pt x="110762" y="69380"/>
                  <a:pt x="110762" y="73841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56" name="Text 54"/>
          <p:cNvSpPr/>
          <p:nvPr/>
        </p:nvSpPr>
        <p:spPr>
          <a:xfrm>
            <a:off x="6425080" y="6235478"/>
            <a:ext cx="2494191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 Detection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429183" y="6432388"/>
            <a:ext cx="2485987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MTTCN accuracy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9079645" y="5874476"/>
            <a:ext cx="2625464" cy="820458"/>
          </a:xfrm>
          <a:custGeom>
            <a:avLst/>
            <a:gdLst/>
            <a:ahLst/>
            <a:cxnLst/>
            <a:rect l="l" t="t" r="r" b="b"/>
            <a:pathLst>
              <a:path w="2625464" h="820458">
                <a:moveTo>
                  <a:pt x="32818" y="0"/>
                </a:moveTo>
                <a:lnTo>
                  <a:pt x="2592646" y="0"/>
                </a:lnTo>
                <a:cubicBezTo>
                  <a:pt x="2610771" y="0"/>
                  <a:pt x="2625464" y="14693"/>
                  <a:pt x="2625464" y="32818"/>
                </a:cubicBezTo>
                <a:lnTo>
                  <a:pt x="2625464" y="787639"/>
                </a:lnTo>
                <a:cubicBezTo>
                  <a:pt x="2625464" y="805764"/>
                  <a:pt x="2610771" y="820458"/>
                  <a:pt x="2592646" y="820458"/>
                </a:cubicBezTo>
                <a:lnTo>
                  <a:pt x="32818" y="820458"/>
                </a:lnTo>
                <a:cubicBezTo>
                  <a:pt x="14693" y="820458"/>
                  <a:pt x="0" y="805764"/>
                  <a:pt x="0" y="787639"/>
                </a:cubicBezTo>
                <a:lnTo>
                  <a:pt x="0" y="32818"/>
                </a:lnTo>
                <a:cubicBezTo>
                  <a:pt x="0" y="14705"/>
                  <a:pt x="14705" y="0"/>
                  <a:pt x="32818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0316742" y="5972931"/>
            <a:ext cx="147682" cy="196910"/>
          </a:xfrm>
          <a:custGeom>
            <a:avLst/>
            <a:gdLst/>
            <a:ahLst/>
            <a:cxnLst/>
            <a:rect l="l" t="t" r="r" b="b"/>
            <a:pathLst>
              <a:path w="147682" h="196910">
                <a:moveTo>
                  <a:pt x="0" y="24614"/>
                </a:moveTo>
                <a:cubicBezTo>
                  <a:pt x="0" y="11038"/>
                  <a:pt x="11038" y="0"/>
                  <a:pt x="24614" y="0"/>
                </a:cubicBezTo>
                <a:lnTo>
                  <a:pt x="82110" y="0"/>
                </a:lnTo>
                <a:cubicBezTo>
                  <a:pt x="88648" y="0"/>
                  <a:pt x="94917" y="2577"/>
                  <a:pt x="99532" y="7192"/>
                </a:cubicBezTo>
                <a:lnTo>
                  <a:pt x="140491" y="48189"/>
                </a:lnTo>
                <a:cubicBezTo>
                  <a:pt x="145106" y="52804"/>
                  <a:pt x="147682" y="59073"/>
                  <a:pt x="147682" y="65611"/>
                </a:cubicBezTo>
                <a:lnTo>
                  <a:pt x="147682" y="172296"/>
                </a:lnTo>
                <a:cubicBezTo>
                  <a:pt x="147682" y="185872"/>
                  <a:pt x="136645" y="196910"/>
                  <a:pt x="123069" y="196910"/>
                </a:cubicBezTo>
                <a:lnTo>
                  <a:pt x="24614" y="196910"/>
                </a:lnTo>
                <a:cubicBezTo>
                  <a:pt x="11038" y="196910"/>
                  <a:pt x="0" y="185872"/>
                  <a:pt x="0" y="172296"/>
                </a:cubicBezTo>
                <a:lnTo>
                  <a:pt x="0" y="24614"/>
                </a:lnTo>
                <a:close/>
                <a:moveTo>
                  <a:pt x="79995" y="22498"/>
                </a:moveTo>
                <a:lnTo>
                  <a:pt x="79995" y="58458"/>
                </a:lnTo>
                <a:cubicBezTo>
                  <a:pt x="79995" y="63573"/>
                  <a:pt x="84110" y="67688"/>
                  <a:pt x="89225" y="67688"/>
                </a:cubicBezTo>
                <a:lnTo>
                  <a:pt x="125184" y="67688"/>
                </a:lnTo>
                <a:lnTo>
                  <a:pt x="79995" y="22498"/>
                </a:lnTo>
                <a:close/>
                <a:moveTo>
                  <a:pt x="46151" y="98455"/>
                </a:moveTo>
                <a:cubicBezTo>
                  <a:pt x="41036" y="98455"/>
                  <a:pt x="36921" y="102570"/>
                  <a:pt x="36921" y="107685"/>
                </a:cubicBezTo>
                <a:cubicBezTo>
                  <a:pt x="36921" y="112800"/>
                  <a:pt x="41036" y="116915"/>
                  <a:pt x="46151" y="116915"/>
                </a:cubicBezTo>
                <a:lnTo>
                  <a:pt x="101532" y="116915"/>
                </a:lnTo>
                <a:cubicBezTo>
                  <a:pt x="106647" y="116915"/>
                  <a:pt x="110762" y="112800"/>
                  <a:pt x="110762" y="107685"/>
                </a:cubicBezTo>
                <a:cubicBezTo>
                  <a:pt x="110762" y="102570"/>
                  <a:pt x="106647" y="98455"/>
                  <a:pt x="101532" y="98455"/>
                </a:cubicBezTo>
                <a:lnTo>
                  <a:pt x="46151" y="98455"/>
                </a:lnTo>
                <a:close/>
                <a:moveTo>
                  <a:pt x="46151" y="135376"/>
                </a:moveTo>
                <a:cubicBezTo>
                  <a:pt x="41036" y="135376"/>
                  <a:pt x="36921" y="139491"/>
                  <a:pt x="36921" y="144606"/>
                </a:cubicBezTo>
                <a:cubicBezTo>
                  <a:pt x="36921" y="149721"/>
                  <a:pt x="41036" y="153836"/>
                  <a:pt x="46151" y="153836"/>
                </a:cubicBezTo>
                <a:lnTo>
                  <a:pt x="101532" y="153836"/>
                </a:lnTo>
                <a:cubicBezTo>
                  <a:pt x="106647" y="153836"/>
                  <a:pt x="110762" y="149721"/>
                  <a:pt x="110762" y="144606"/>
                </a:cubicBezTo>
                <a:cubicBezTo>
                  <a:pt x="110762" y="139491"/>
                  <a:pt x="106647" y="135376"/>
                  <a:pt x="101532" y="135376"/>
                </a:cubicBezTo>
                <a:lnTo>
                  <a:pt x="46151" y="135376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60" name="Text 58"/>
          <p:cNvSpPr/>
          <p:nvPr/>
        </p:nvSpPr>
        <p:spPr>
          <a:xfrm>
            <a:off x="9145282" y="6235478"/>
            <a:ext cx="2494191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Forensic Reports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9149384" y="6432388"/>
            <a:ext cx="2485987" cy="164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PDF generation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9587" y="48577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457200"/>
            <a:ext cx="107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DISCOVERIES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382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Key Findings &amp; Insights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954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485900"/>
            <a:ext cx="5581650" cy="1390650"/>
          </a:xfrm>
          <a:custGeom>
            <a:avLst/>
            <a:gdLst/>
            <a:ahLst/>
            <a:cxnLst/>
            <a:rect l="l" t="t" r="r" b="b"/>
            <a:pathLst>
              <a:path w="5581650" h="1390650">
                <a:moveTo>
                  <a:pt x="38100" y="0"/>
                </a:moveTo>
                <a:lnTo>
                  <a:pt x="5505456" y="0"/>
                </a:lnTo>
                <a:cubicBezTo>
                  <a:pt x="5547509" y="0"/>
                  <a:pt x="5581650" y="34141"/>
                  <a:pt x="5581650" y="76194"/>
                </a:cubicBezTo>
                <a:lnTo>
                  <a:pt x="5581650" y="1314456"/>
                </a:lnTo>
                <a:cubicBezTo>
                  <a:pt x="5581650" y="1356509"/>
                  <a:pt x="5547509" y="1390650"/>
                  <a:pt x="5505456" y="1390650"/>
                </a:cubicBez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00050" y="1485900"/>
            <a:ext cx="38100" cy="1390650"/>
          </a:xfrm>
          <a:custGeom>
            <a:avLst/>
            <a:gdLst/>
            <a:ahLst/>
            <a:cxnLst/>
            <a:rect l="l" t="t" r="r" b="b"/>
            <a:pathLst>
              <a:path w="38100" h="1390650">
                <a:moveTo>
                  <a:pt x="38100" y="0"/>
                </a:moveTo>
                <a:lnTo>
                  <a:pt x="38100" y="0"/>
                </a:lnTo>
                <a:lnTo>
                  <a:pt x="38100" y="1390650"/>
                </a:ln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9" name="Shape 7"/>
          <p:cNvSpPr/>
          <p:nvPr/>
        </p:nvSpPr>
        <p:spPr>
          <a:xfrm>
            <a:off x="571500" y="1638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63786" y="1714500"/>
            <a:ext cx="190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1100" y="1638300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CNN Architecture Effectiveness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1100" y="1981200"/>
            <a:ext cx="4724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custom-designed CNN architecture effectively distinguishes authentic from fabricated content, achieving high accuracy through hierarchical feature extraction and spatial pattern recognition.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0050" y="2990850"/>
            <a:ext cx="5581650" cy="1390650"/>
          </a:xfrm>
          <a:custGeom>
            <a:avLst/>
            <a:gdLst/>
            <a:ahLst/>
            <a:cxnLst/>
            <a:rect l="l" t="t" r="r" b="b"/>
            <a:pathLst>
              <a:path w="5581650" h="1390650">
                <a:moveTo>
                  <a:pt x="38100" y="0"/>
                </a:moveTo>
                <a:lnTo>
                  <a:pt x="5505456" y="0"/>
                </a:lnTo>
                <a:cubicBezTo>
                  <a:pt x="5547509" y="0"/>
                  <a:pt x="5581650" y="34141"/>
                  <a:pt x="5581650" y="76194"/>
                </a:cubicBezTo>
                <a:lnTo>
                  <a:pt x="5581650" y="1314456"/>
                </a:lnTo>
                <a:cubicBezTo>
                  <a:pt x="5581650" y="1356509"/>
                  <a:pt x="5547509" y="1390650"/>
                  <a:pt x="5505456" y="1390650"/>
                </a:cubicBez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00050" y="2990850"/>
            <a:ext cx="38100" cy="1390650"/>
          </a:xfrm>
          <a:custGeom>
            <a:avLst/>
            <a:gdLst/>
            <a:ahLst/>
            <a:cxnLst/>
            <a:rect l="l" t="t" r="r" b="b"/>
            <a:pathLst>
              <a:path w="38100" h="1390650">
                <a:moveTo>
                  <a:pt x="38100" y="0"/>
                </a:moveTo>
                <a:lnTo>
                  <a:pt x="38100" y="0"/>
                </a:lnTo>
                <a:lnTo>
                  <a:pt x="38100" y="1390650"/>
                </a:ln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5" name="Shape 13"/>
          <p:cNvSpPr/>
          <p:nvPr/>
        </p:nvSpPr>
        <p:spPr>
          <a:xfrm>
            <a:off x="571500" y="31432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41908" y="3219450"/>
            <a:ext cx="22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1100" y="3143250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Pipeline Success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1100" y="3486150"/>
            <a:ext cx="4724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end-to-end automated pipeline achieves performance metrics suitable for real-world deployment, demonstrating robust processing from data acquisition through final classification.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0050" y="4495800"/>
            <a:ext cx="5581650" cy="1390650"/>
          </a:xfrm>
          <a:custGeom>
            <a:avLst/>
            <a:gdLst/>
            <a:ahLst/>
            <a:cxnLst/>
            <a:rect l="l" t="t" r="r" b="b"/>
            <a:pathLst>
              <a:path w="5581650" h="1390650">
                <a:moveTo>
                  <a:pt x="38100" y="0"/>
                </a:moveTo>
                <a:lnTo>
                  <a:pt x="5505456" y="0"/>
                </a:lnTo>
                <a:cubicBezTo>
                  <a:pt x="5547509" y="0"/>
                  <a:pt x="5581650" y="34141"/>
                  <a:pt x="5581650" y="76194"/>
                </a:cubicBezTo>
                <a:lnTo>
                  <a:pt x="5581650" y="1314456"/>
                </a:lnTo>
                <a:cubicBezTo>
                  <a:pt x="5581650" y="1356509"/>
                  <a:pt x="5547509" y="1390650"/>
                  <a:pt x="5505456" y="1390650"/>
                </a:cubicBez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00050" y="4495800"/>
            <a:ext cx="38100" cy="1390650"/>
          </a:xfrm>
          <a:custGeom>
            <a:avLst/>
            <a:gdLst/>
            <a:ahLst/>
            <a:cxnLst/>
            <a:rect l="l" t="t" r="r" b="b"/>
            <a:pathLst>
              <a:path w="38100" h="1390650">
                <a:moveTo>
                  <a:pt x="38100" y="0"/>
                </a:moveTo>
                <a:lnTo>
                  <a:pt x="38100" y="0"/>
                </a:lnTo>
                <a:lnTo>
                  <a:pt x="38100" y="1390650"/>
                </a:ln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571500" y="4648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38932" y="4724400"/>
            <a:ext cx="238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1100" y="4648200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User-Friendly Interface Impact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1100" y="4991100"/>
            <a:ext cx="4724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intuitive web interface enables non-technical users to access advanced AI capabilities, democratizing deepfake detection for journalists, investigators, and content moderators.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29350" y="1485900"/>
            <a:ext cx="5581650" cy="1390650"/>
          </a:xfrm>
          <a:custGeom>
            <a:avLst/>
            <a:gdLst/>
            <a:ahLst/>
            <a:cxnLst/>
            <a:rect l="l" t="t" r="r" b="b"/>
            <a:pathLst>
              <a:path w="5581650" h="1390650">
                <a:moveTo>
                  <a:pt x="38100" y="0"/>
                </a:moveTo>
                <a:lnTo>
                  <a:pt x="5505456" y="0"/>
                </a:lnTo>
                <a:cubicBezTo>
                  <a:pt x="5547509" y="0"/>
                  <a:pt x="5581650" y="34141"/>
                  <a:pt x="5581650" y="76194"/>
                </a:cubicBezTo>
                <a:lnTo>
                  <a:pt x="5581650" y="1314456"/>
                </a:lnTo>
                <a:cubicBezTo>
                  <a:pt x="5581650" y="1356509"/>
                  <a:pt x="5547509" y="1390650"/>
                  <a:pt x="5505456" y="1390650"/>
                </a:cubicBez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229350" y="1485900"/>
            <a:ext cx="38100" cy="1390650"/>
          </a:xfrm>
          <a:custGeom>
            <a:avLst/>
            <a:gdLst/>
            <a:ahLst/>
            <a:cxnLst/>
            <a:rect l="l" t="t" r="r" b="b"/>
            <a:pathLst>
              <a:path w="38100" h="1390650">
                <a:moveTo>
                  <a:pt x="38100" y="0"/>
                </a:moveTo>
                <a:lnTo>
                  <a:pt x="38100" y="0"/>
                </a:lnTo>
                <a:lnTo>
                  <a:pt x="38100" y="1390650"/>
                </a:ln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0" y="1638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571208" y="1714500"/>
            <a:ext cx="22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10400" y="1638300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Practical AI in Digital Forensics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10400" y="1981200"/>
            <a:ext cx="4724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demonstrates tangible application of AI in combating digital deception, contributing meaningfully to cybersecurity and forensic investigation capabilities.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29350" y="2990850"/>
            <a:ext cx="5581650" cy="1390650"/>
          </a:xfrm>
          <a:custGeom>
            <a:avLst/>
            <a:gdLst/>
            <a:ahLst/>
            <a:cxnLst/>
            <a:rect l="l" t="t" r="r" b="b"/>
            <a:pathLst>
              <a:path w="5581650" h="1390650">
                <a:moveTo>
                  <a:pt x="38100" y="0"/>
                </a:moveTo>
                <a:lnTo>
                  <a:pt x="5505456" y="0"/>
                </a:lnTo>
                <a:cubicBezTo>
                  <a:pt x="5547509" y="0"/>
                  <a:pt x="5581650" y="34141"/>
                  <a:pt x="5581650" y="76194"/>
                </a:cubicBezTo>
                <a:lnTo>
                  <a:pt x="5581650" y="1314456"/>
                </a:lnTo>
                <a:cubicBezTo>
                  <a:pt x="5581650" y="1356509"/>
                  <a:pt x="5547509" y="1390650"/>
                  <a:pt x="5505456" y="1390650"/>
                </a:cubicBez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229350" y="2990850"/>
            <a:ext cx="38100" cy="1390650"/>
          </a:xfrm>
          <a:custGeom>
            <a:avLst/>
            <a:gdLst/>
            <a:ahLst/>
            <a:cxnLst/>
            <a:rect l="l" t="t" r="r" b="b"/>
            <a:pathLst>
              <a:path w="38100" h="1390650">
                <a:moveTo>
                  <a:pt x="38100" y="0"/>
                </a:moveTo>
                <a:lnTo>
                  <a:pt x="38100" y="0"/>
                </a:lnTo>
                <a:lnTo>
                  <a:pt x="38100" y="1390650"/>
                </a:ln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3" name="Shape 31"/>
          <p:cNvSpPr/>
          <p:nvPr/>
        </p:nvSpPr>
        <p:spPr>
          <a:xfrm>
            <a:off x="6400800" y="31432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567785" y="3219450"/>
            <a:ext cx="238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10400" y="3143250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 Detection Enhancement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10400" y="3486150"/>
            <a:ext cx="4724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MTCNN integration significantly enhances video analysis capabilities, enabling frame-by-frame facial region analysis with aggregated scoring for comprehensive video authentication.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15063" y="4500563"/>
            <a:ext cx="5591175" cy="2219325"/>
          </a:xfrm>
          <a:custGeom>
            <a:avLst/>
            <a:gdLst/>
            <a:ahLst/>
            <a:cxnLst/>
            <a:rect l="l" t="t" r="r" b="b"/>
            <a:pathLst>
              <a:path w="5591175" h="2219325">
                <a:moveTo>
                  <a:pt x="76189" y="0"/>
                </a:moveTo>
                <a:lnTo>
                  <a:pt x="5514986" y="0"/>
                </a:lnTo>
                <a:cubicBezTo>
                  <a:pt x="5557036" y="0"/>
                  <a:pt x="5591175" y="34139"/>
                  <a:pt x="5591175" y="76189"/>
                </a:cubicBezTo>
                <a:lnTo>
                  <a:pt x="5591175" y="2143136"/>
                </a:lnTo>
                <a:cubicBezTo>
                  <a:pt x="5591175" y="2185214"/>
                  <a:pt x="5557064" y="2219325"/>
                  <a:pt x="5514986" y="2219325"/>
                </a:cubicBezTo>
                <a:lnTo>
                  <a:pt x="76189" y="2219325"/>
                </a:lnTo>
                <a:cubicBezTo>
                  <a:pt x="34139" y="2219325"/>
                  <a:pt x="0" y="2185186"/>
                  <a:pt x="0" y="2143136"/>
                </a:cubicBezTo>
                <a:lnTo>
                  <a:pt x="0" y="76189"/>
                </a:lnTo>
                <a:cubicBezTo>
                  <a:pt x="0" y="34111"/>
                  <a:pt x="34111" y="0"/>
                  <a:pt x="76189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5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84131" y="46958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9" name="Text 37"/>
          <p:cNvSpPr/>
          <p:nvPr/>
        </p:nvSpPr>
        <p:spPr>
          <a:xfrm>
            <a:off x="6610350" y="4657725"/>
            <a:ext cx="513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Academic Insights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72225" y="5076825"/>
            <a:ext cx="5276850" cy="685800"/>
          </a:xfrm>
          <a:custGeom>
            <a:avLst/>
            <a:gdLst/>
            <a:ahLst/>
            <a:cxnLst/>
            <a:rect l="l" t="t" r="r" b="b"/>
            <a:pathLst>
              <a:path w="5276850" h="685800">
                <a:moveTo>
                  <a:pt x="38103" y="0"/>
                </a:moveTo>
                <a:lnTo>
                  <a:pt x="5238747" y="0"/>
                </a:lnTo>
                <a:cubicBezTo>
                  <a:pt x="5259791" y="0"/>
                  <a:pt x="5276850" y="17059"/>
                  <a:pt x="5276850" y="38103"/>
                </a:cubicBezTo>
                <a:lnTo>
                  <a:pt x="5276850" y="647697"/>
                </a:lnTo>
                <a:cubicBezTo>
                  <a:pt x="5276850" y="668741"/>
                  <a:pt x="5259791" y="685800"/>
                  <a:pt x="523874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486525" y="5191125"/>
            <a:ext cx="512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Neural Network Design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86525" y="5457825"/>
            <a:ext cx="511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architectures outperform pre-trained models for specialized tasks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72225" y="5876925"/>
            <a:ext cx="5276850" cy="685800"/>
          </a:xfrm>
          <a:custGeom>
            <a:avLst/>
            <a:gdLst/>
            <a:ahLst/>
            <a:cxnLst/>
            <a:rect l="l" t="t" r="r" b="b"/>
            <a:pathLst>
              <a:path w="5276850" h="685800">
                <a:moveTo>
                  <a:pt x="38103" y="0"/>
                </a:moveTo>
                <a:lnTo>
                  <a:pt x="5238747" y="0"/>
                </a:lnTo>
                <a:cubicBezTo>
                  <a:pt x="5259791" y="0"/>
                  <a:pt x="5276850" y="17059"/>
                  <a:pt x="5276850" y="38103"/>
                </a:cubicBezTo>
                <a:lnTo>
                  <a:pt x="5276850" y="647697"/>
                </a:lnTo>
                <a:cubicBezTo>
                  <a:pt x="5276850" y="668741"/>
                  <a:pt x="5259791" y="685800"/>
                  <a:pt x="523874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486525" y="5991225"/>
            <a:ext cx="512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Systems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86525" y="6257925"/>
            <a:ext cx="511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 of multiple components creates robust solutions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88156" y="485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457200"/>
            <a:ext cx="115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CONSTRAINTS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382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Challenges &amp; Limitations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2954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485900"/>
            <a:ext cx="5581650" cy="1390650"/>
          </a:xfrm>
          <a:custGeom>
            <a:avLst/>
            <a:gdLst/>
            <a:ahLst/>
            <a:cxnLst/>
            <a:rect l="l" t="t" r="r" b="b"/>
            <a:pathLst>
              <a:path w="5581650" h="1390650">
                <a:moveTo>
                  <a:pt x="38100" y="0"/>
                </a:moveTo>
                <a:lnTo>
                  <a:pt x="5505456" y="0"/>
                </a:lnTo>
                <a:cubicBezTo>
                  <a:pt x="5547509" y="0"/>
                  <a:pt x="5581650" y="34141"/>
                  <a:pt x="5581650" y="76194"/>
                </a:cubicBezTo>
                <a:lnTo>
                  <a:pt x="5581650" y="1314456"/>
                </a:lnTo>
                <a:cubicBezTo>
                  <a:pt x="5581650" y="1356509"/>
                  <a:pt x="5547509" y="1390650"/>
                  <a:pt x="5505456" y="1390650"/>
                </a:cubicBez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00050" y="1485900"/>
            <a:ext cx="38100" cy="1390650"/>
          </a:xfrm>
          <a:custGeom>
            <a:avLst/>
            <a:gdLst/>
            <a:ahLst/>
            <a:cxnLst/>
            <a:rect l="l" t="t" r="r" b="b"/>
            <a:pathLst>
              <a:path w="38100" h="1390650">
                <a:moveTo>
                  <a:pt x="38100" y="0"/>
                </a:moveTo>
                <a:lnTo>
                  <a:pt x="38100" y="0"/>
                </a:lnTo>
                <a:lnTo>
                  <a:pt x="38100" y="1390650"/>
                </a:ln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9" name="Shape 7"/>
          <p:cNvSpPr/>
          <p:nvPr/>
        </p:nvSpPr>
        <p:spPr>
          <a:xfrm>
            <a:off x="571500" y="1638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92944" y="17716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130969"/>
                </a:moveTo>
                <a:lnTo>
                  <a:pt x="35719" y="130969"/>
                </a:lnTo>
                <a:lnTo>
                  <a:pt x="85613" y="175320"/>
                </a:lnTo>
                <a:cubicBezTo>
                  <a:pt x="87995" y="177440"/>
                  <a:pt x="91046" y="178594"/>
                  <a:pt x="94208" y="178594"/>
                </a:cubicBezTo>
                <a:cubicBezTo>
                  <a:pt x="101352" y="178594"/>
                  <a:pt x="107156" y="172789"/>
                  <a:pt x="107156" y="165646"/>
                </a:cubicBezTo>
                <a:lnTo>
                  <a:pt x="107156" y="24854"/>
                </a:lnTo>
                <a:cubicBezTo>
                  <a:pt x="107156" y="17711"/>
                  <a:pt x="101352" y="11906"/>
                  <a:pt x="94208" y="11906"/>
                </a:cubicBezTo>
                <a:cubicBezTo>
                  <a:pt x="91046" y="11906"/>
                  <a:pt x="87995" y="13060"/>
                  <a:pt x="85613" y="15180"/>
                </a:cubicBezTo>
                <a:lnTo>
                  <a:pt x="35719" y="59531"/>
                </a:lnTo>
                <a:lnTo>
                  <a:pt x="17859" y="59531"/>
                </a:lnTo>
                <a:cubicBezTo>
                  <a:pt x="8000" y="59531"/>
                  <a:pt x="0" y="67531"/>
                  <a:pt x="0" y="77391"/>
                </a:cubicBezTo>
                <a:lnTo>
                  <a:pt x="0" y="113109"/>
                </a:lnTo>
                <a:cubicBezTo>
                  <a:pt x="0" y="122969"/>
                  <a:pt x="8000" y="130969"/>
                  <a:pt x="17859" y="130969"/>
                </a:cubicBezTo>
                <a:close/>
                <a:moveTo>
                  <a:pt x="136550" y="65112"/>
                </a:moveTo>
                <a:cubicBezTo>
                  <a:pt x="133052" y="68610"/>
                  <a:pt x="133052" y="74265"/>
                  <a:pt x="136550" y="77725"/>
                </a:cubicBezTo>
                <a:lnTo>
                  <a:pt x="154037" y="95213"/>
                </a:lnTo>
                <a:lnTo>
                  <a:pt x="136550" y="112700"/>
                </a:lnTo>
                <a:cubicBezTo>
                  <a:pt x="133052" y="116198"/>
                  <a:pt x="133052" y="121853"/>
                  <a:pt x="136550" y="125313"/>
                </a:cubicBezTo>
                <a:cubicBezTo>
                  <a:pt x="140047" y="128774"/>
                  <a:pt x="145703" y="128811"/>
                  <a:pt x="149163" y="125313"/>
                </a:cubicBezTo>
                <a:lnTo>
                  <a:pt x="166650" y="107826"/>
                </a:lnTo>
                <a:lnTo>
                  <a:pt x="184138" y="125313"/>
                </a:lnTo>
                <a:cubicBezTo>
                  <a:pt x="187635" y="128811"/>
                  <a:pt x="193291" y="128811"/>
                  <a:pt x="196751" y="125313"/>
                </a:cubicBezTo>
                <a:cubicBezTo>
                  <a:pt x="200211" y="121816"/>
                  <a:pt x="200248" y="116160"/>
                  <a:pt x="196751" y="112700"/>
                </a:cubicBezTo>
                <a:lnTo>
                  <a:pt x="179263" y="95213"/>
                </a:lnTo>
                <a:lnTo>
                  <a:pt x="196751" y="77725"/>
                </a:lnTo>
                <a:cubicBezTo>
                  <a:pt x="200248" y="74228"/>
                  <a:pt x="200248" y="68573"/>
                  <a:pt x="196751" y="65112"/>
                </a:cubicBezTo>
                <a:cubicBezTo>
                  <a:pt x="193253" y="61652"/>
                  <a:pt x="187598" y="61615"/>
                  <a:pt x="184138" y="65112"/>
                </a:cubicBezTo>
                <a:lnTo>
                  <a:pt x="166650" y="82600"/>
                </a:lnTo>
                <a:lnTo>
                  <a:pt x="149163" y="65112"/>
                </a:lnTo>
                <a:cubicBezTo>
                  <a:pt x="145666" y="61615"/>
                  <a:pt x="140010" y="61615"/>
                  <a:pt x="136550" y="65112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1" name="Text 9"/>
          <p:cNvSpPr/>
          <p:nvPr/>
        </p:nvSpPr>
        <p:spPr>
          <a:xfrm>
            <a:off x="1181100" y="1638300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Audio-Visual Limitation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1100" y="1981200"/>
            <a:ext cx="4724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relies on image-based features, potentially overlooking audio manipulations or voice cloning techniques that may accompany visual deepfakes.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0050" y="3028950"/>
            <a:ext cx="5581650" cy="1390650"/>
          </a:xfrm>
          <a:custGeom>
            <a:avLst/>
            <a:gdLst/>
            <a:ahLst/>
            <a:cxnLst/>
            <a:rect l="l" t="t" r="r" b="b"/>
            <a:pathLst>
              <a:path w="5581650" h="1390650">
                <a:moveTo>
                  <a:pt x="38100" y="0"/>
                </a:moveTo>
                <a:lnTo>
                  <a:pt x="5505456" y="0"/>
                </a:lnTo>
                <a:cubicBezTo>
                  <a:pt x="5547509" y="0"/>
                  <a:pt x="5581650" y="34141"/>
                  <a:pt x="5581650" y="76194"/>
                </a:cubicBezTo>
                <a:lnTo>
                  <a:pt x="5581650" y="1314456"/>
                </a:lnTo>
                <a:cubicBezTo>
                  <a:pt x="5581650" y="1356509"/>
                  <a:pt x="5547509" y="1390650"/>
                  <a:pt x="5505456" y="1390650"/>
                </a:cubicBez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00050" y="3028950"/>
            <a:ext cx="38100" cy="1390650"/>
          </a:xfrm>
          <a:custGeom>
            <a:avLst/>
            <a:gdLst/>
            <a:ahLst/>
            <a:cxnLst/>
            <a:rect l="l" t="t" r="r" b="b"/>
            <a:pathLst>
              <a:path w="38100" h="1390650">
                <a:moveTo>
                  <a:pt x="38100" y="0"/>
                </a:moveTo>
                <a:lnTo>
                  <a:pt x="38100" y="0"/>
                </a:lnTo>
                <a:lnTo>
                  <a:pt x="38100" y="1390650"/>
                </a:ln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5" name="Shape 13"/>
          <p:cNvSpPr/>
          <p:nvPr/>
        </p:nvSpPr>
        <p:spPr>
          <a:xfrm>
            <a:off x="571500" y="31813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04850" y="3314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3525" y="2604"/>
                </a:moveTo>
                <a:cubicBezTo>
                  <a:pt x="167022" y="-893"/>
                  <a:pt x="172678" y="-893"/>
                  <a:pt x="176138" y="2604"/>
                </a:cubicBezTo>
                <a:lnTo>
                  <a:pt x="188044" y="14511"/>
                </a:lnTo>
                <a:cubicBezTo>
                  <a:pt x="191542" y="18008"/>
                  <a:pt x="191542" y="23664"/>
                  <a:pt x="188044" y="27124"/>
                </a:cubicBezTo>
                <a:lnTo>
                  <a:pt x="155674" y="59494"/>
                </a:lnTo>
                <a:lnTo>
                  <a:pt x="170185" y="74005"/>
                </a:lnTo>
                <a:cubicBezTo>
                  <a:pt x="172752" y="76572"/>
                  <a:pt x="173496" y="80404"/>
                  <a:pt x="172120" y="83753"/>
                </a:cubicBezTo>
                <a:cubicBezTo>
                  <a:pt x="170743" y="87102"/>
                  <a:pt x="167506" y="89297"/>
                  <a:pt x="163897" y="89297"/>
                </a:cubicBezTo>
                <a:lnTo>
                  <a:pt x="110319" y="89297"/>
                </a:lnTo>
                <a:cubicBezTo>
                  <a:pt x="105370" y="89297"/>
                  <a:pt x="101389" y="85316"/>
                  <a:pt x="101389" y="80367"/>
                </a:cubicBezTo>
                <a:lnTo>
                  <a:pt x="101389" y="26789"/>
                </a:lnTo>
                <a:cubicBezTo>
                  <a:pt x="101389" y="23180"/>
                  <a:pt x="103547" y="19906"/>
                  <a:pt x="106896" y="18529"/>
                </a:cubicBezTo>
                <a:cubicBezTo>
                  <a:pt x="110244" y="17152"/>
                  <a:pt x="114077" y="17897"/>
                  <a:pt x="116644" y="20464"/>
                </a:cubicBezTo>
                <a:lnTo>
                  <a:pt x="131155" y="34975"/>
                </a:lnTo>
                <a:lnTo>
                  <a:pt x="163525" y="2604"/>
                </a:lnTo>
                <a:close/>
                <a:moveTo>
                  <a:pt x="26975" y="101203"/>
                </a:moveTo>
                <a:lnTo>
                  <a:pt x="80553" y="101203"/>
                </a:lnTo>
                <a:cubicBezTo>
                  <a:pt x="85502" y="101203"/>
                  <a:pt x="89483" y="105184"/>
                  <a:pt x="89483" y="110133"/>
                </a:cubicBezTo>
                <a:lnTo>
                  <a:pt x="89483" y="163711"/>
                </a:lnTo>
                <a:cubicBezTo>
                  <a:pt x="89483" y="167320"/>
                  <a:pt x="87325" y="170594"/>
                  <a:pt x="83976" y="171971"/>
                </a:cubicBezTo>
                <a:cubicBezTo>
                  <a:pt x="80628" y="173348"/>
                  <a:pt x="76795" y="172603"/>
                  <a:pt x="74228" y="170036"/>
                </a:cubicBezTo>
                <a:lnTo>
                  <a:pt x="59717" y="155525"/>
                </a:lnTo>
                <a:lnTo>
                  <a:pt x="27347" y="187896"/>
                </a:lnTo>
                <a:cubicBezTo>
                  <a:pt x="23850" y="191393"/>
                  <a:pt x="18194" y="191393"/>
                  <a:pt x="14734" y="187896"/>
                </a:cubicBezTo>
                <a:lnTo>
                  <a:pt x="2828" y="175989"/>
                </a:lnTo>
                <a:cubicBezTo>
                  <a:pt x="-670" y="172492"/>
                  <a:pt x="-670" y="166836"/>
                  <a:pt x="2828" y="163376"/>
                </a:cubicBezTo>
                <a:lnTo>
                  <a:pt x="35198" y="131006"/>
                </a:lnTo>
                <a:lnTo>
                  <a:pt x="20687" y="116495"/>
                </a:lnTo>
                <a:cubicBezTo>
                  <a:pt x="18120" y="113928"/>
                  <a:pt x="17376" y="110096"/>
                  <a:pt x="18752" y="106747"/>
                </a:cubicBezTo>
                <a:cubicBezTo>
                  <a:pt x="20129" y="103398"/>
                  <a:pt x="23366" y="101203"/>
                  <a:pt x="26975" y="10120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7" name="Text 15"/>
          <p:cNvSpPr/>
          <p:nvPr/>
        </p:nvSpPr>
        <p:spPr>
          <a:xfrm>
            <a:off x="1181100" y="3181350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Quality Dependency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1100" y="3524250"/>
            <a:ext cx="4724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may degrade on low-quality inputs, compressed images, or novel deepfake generation techniques not represented in the training dataset.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0050" y="4572000"/>
            <a:ext cx="5581650" cy="1390650"/>
          </a:xfrm>
          <a:custGeom>
            <a:avLst/>
            <a:gdLst/>
            <a:ahLst/>
            <a:cxnLst/>
            <a:rect l="l" t="t" r="r" b="b"/>
            <a:pathLst>
              <a:path w="5581650" h="1390650">
                <a:moveTo>
                  <a:pt x="38100" y="0"/>
                </a:moveTo>
                <a:lnTo>
                  <a:pt x="5505456" y="0"/>
                </a:lnTo>
                <a:cubicBezTo>
                  <a:pt x="5547509" y="0"/>
                  <a:pt x="5581650" y="34141"/>
                  <a:pt x="5581650" y="76194"/>
                </a:cubicBezTo>
                <a:lnTo>
                  <a:pt x="5581650" y="1314456"/>
                </a:lnTo>
                <a:cubicBezTo>
                  <a:pt x="5581650" y="1356509"/>
                  <a:pt x="5547509" y="1390650"/>
                  <a:pt x="5505456" y="1390650"/>
                </a:cubicBez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00050" y="4572000"/>
            <a:ext cx="38100" cy="1390650"/>
          </a:xfrm>
          <a:custGeom>
            <a:avLst/>
            <a:gdLst/>
            <a:ahLst/>
            <a:cxnLst/>
            <a:rect l="l" t="t" r="r" b="b"/>
            <a:pathLst>
              <a:path w="38100" h="1390650">
                <a:moveTo>
                  <a:pt x="38100" y="0"/>
                </a:moveTo>
                <a:lnTo>
                  <a:pt x="38100" y="0"/>
                </a:lnTo>
                <a:lnTo>
                  <a:pt x="38100" y="1390650"/>
                </a:ln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571500" y="4724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04850" y="4857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5484" y="8930"/>
                </a:moveTo>
                <a:cubicBezTo>
                  <a:pt x="65484" y="3981"/>
                  <a:pt x="61503" y="0"/>
                  <a:pt x="56555" y="0"/>
                </a:cubicBezTo>
                <a:cubicBezTo>
                  <a:pt x="51606" y="0"/>
                  <a:pt x="47625" y="3981"/>
                  <a:pt x="47625" y="8930"/>
                </a:cubicBezTo>
                <a:lnTo>
                  <a:pt x="47625" y="23812"/>
                </a:lnTo>
                <a:cubicBezTo>
                  <a:pt x="34491" y="23812"/>
                  <a:pt x="23812" y="34491"/>
                  <a:pt x="23812" y="47625"/>
                </a:cubicBezTo>
                <a:lnTo>
                  <a:pt x="8930" y="47625"/>
                </a:lnTo>
                <a:cubicBezTo>
                  <a:pt x="3981" y="47625"/>
                  <a:pt x="0" y="51606"/>
                  <a:pt x="0" y="56555"/>
                </a:cubicBezTo>
                <a:cubicBezTo>
                  <a:pt x="0" y="61503"/>
                  <a:pt x="3981" y="65484"/>
                  <a:pt x="8930" y="65484"/>
                </a:cubicBezTo>
                <a:lnTo>
                  <a:pt x="23812" y="65484"/>
                </a:lnTo>
                <a:lnTo>
                  <a:pt x="23812" y="86320"/>
                </a:lnTo>
                <a:lnTo>
                  <a:pt x="8930" y="86320"/>
                </a:lnTo>
                <a:cubicBezTo>
                  <a:pt x="3981" y="86320"/>
                  <a:pt x="0" y="90301"/>
                  <a:pt x="0" y="95250"/>
                </a:cubicBezTo>
                <a:cubicBezTo>
                  <a:pt x="0" y="100199"/>
                  <a:pt x="3981" y="104180"/>
                  <a:pt x="8930" y="104180"/>
                </a:cubicBezTo>
                <a:lnTo>
                  <a:pt x="23812" y="104180"/>
                </a:lnTo>
                <a:lnTo>
                  <a:pt x="23812" y="125016"/>
                </a:lnTo>
                <a:lnTo>
                  <a:pt x="8930" y="125016"/>
                </a:lnTo>
                <a:cubicBezTo>
                  <a:pt x="3981" y="125016"/>
                  <a:pt x="0" y="128997"/>
                  <a:pt x="0" y="133945"/>
                </a:cubicBezTo>
                <a:cubicBezTo>
                  <a:pt x="0" y="138894"/>
                  <a:pt x="3981" y="142875"/>
                  <a:pt x="8930" y="142875"/>
                </a:cubicBezTo>
                <a:lnTo>
                  <a:pt x="23812" y="142875"/>
                </a:lnTo>
                <a:cubicBezTo>
                  <a:pt x="23812" y="156009"/>
                  <a:pt x="34491" y="166688"/>
                  <a:pt x="47625" y="166688"/>
                </a:cubicBezTo>
                <a:lnTo>
                  <a:pt x="47625" y="181570"/>
                </a:lnTo>
                <a:cubicBezTo>
                  <a:pt x="47625" y="186519"/>
                  <a:pt x="51606" y="190500"/>
                  <a:pt x="56555" y="190500"/>
                </a:cubicBezTo>
                <a:cubicBezTo>
                  <a:pt x="61503" y="190500"/>
                  <a:pt x="65484" y="186519"/>
                  <a:pt x="65484" y="181570"/>
                </a:cubicBezTo>
                <a:lnTo>
                  <a:pt x="65484" y="166688"/>
                </a:lnTo>
                <a:lnTo>
                  <a:pt x="86320" y="166688"/>
                </a:lnTo>
                <a:lnTo>
                  <a:pt x="86320" y="181570"/>
                </a:lnTo>
                <a:cubicBezTo>
                  <a:pt x="86320" y="186519"/>
                  <a:pt x="90301" y="190500"/>
                  <a:pt x="95250" y="190500"/>
                </a:cubicBezTo>
                <a:cubicBezTo>
                  <a:pt x="100199" y="190500"/>
                  <a:pt x="104180" y="186519"/>
                  <a:pt x="104180" y="181570"/>
                </a:cubicBezTo>
                <a:lnTo>
                  <a:pt x="104180" y="166688"/>
                </a:lnTo>
                <a:lnTo>
                  <a:pt x="125016" y="166688"/>
                </a:lnTo>
                <a:lnTo>
                  <a:pt x="125016" y="181570"/>
                </a:lnTo>
                <a:cubicBezTo>
                  <a:pt x="125016" y="186519"/>
                  <a:pt x="128997" y="190500"/>
                  <a:pt x="133945" y="190500"/>
                </a:cubicBezTo>
                <a:cubicBezTo>
                  <a:pt x="138894" y="190500"/>
                  <a:pt x="142875" y="186519"/>
                  <a:pt x="142875" y="181570"/>
                </a:cubicBezTo>
                <a:lnTo>
                  <a:pt x="142875" y="166688"/>
                </a:lnTo>
                <a:cubicBezTo>
                  <a:pt x="156009" y="166688"/>
                  <a:pt x="166688" y="156009"/>
                  <a:pt x="166688" y="142875"/>
                </a:cubicBezTo>
                <a:lnTo>
                  <a:pt x="181570" y="142875"/>
                </a:lnTo>
                <a:cubicBezTo>
                  <a:pt x="186519" y="142875"/>
                  <a:pt x="190500" y="138894"/>
                  <a:pt x="190500" y="133945"/>
                </a:cubicBezTo>
                <a:cubicBezTo>
                  <a:pt x="190500" y="128997"/>
                  <a:pt x="186519" y="125016"/>
                  <a:pt x="181570" y="125016"/>
                </a:cubicBezTo>
                <a:lnTo>
                  <a:pt x="166688" y="125016"/>
                </a:lnTo>
                <a:lnTo>
                  <a:pt x="166688" y="104180"/>
                </a:lnTo>
                <a:lnTo>
                  <a:pt x="181570" y="104180"/>
                </a:lnTo>
                <a:cubicBezTo>
                  <a:pt x="186519" y="104180"/>
                  <a:pt x="190500" y="100199"/>
                  <a:pt x="190500" y="95250"/>
                </a:cubicBezTo>
                <a:cubicBezTo>
                  <a:pt x="190500" y="90301"/>
                  <a:pt x="186519" y="86320"/>
                  <a:pt x="181570" y="86320"/>
                </a:cubicBezTo>
                <a:lnTo>
                  <a:pt x="166688" y="86320"/>
                </a:lnTo>
                <a:lnTo>
                  <a:pt x="166688" y="65484"/>
                </a:lnTo>
                <a:lnTo>
                  <a:pt x="181570" y="65484"/>
                </a:lnTo>
                <a:cubicBezTo>
                  <a:pt x="186519" y="65484"/>
                  <a:pt x="190500" y="61503"/>
                  <a:pt x="190500" y="56555"/>
                </a:cubicBezTo>
                <a:cubicBezTo>
                  <a:pt x="190500" y="51606"/>
                  <a:pt x="186519" y="47625"/>
                  <a:pt x="181570" y="47625"/>
                </a:cubicBez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42875" y="8930"/>
                </a:lnTo>
                <a:cubicBezTo>
                  <a:pt x="142875" y="3981"/>
                  <a:pt x="138894" y="0"/>
                  <a:pt x="133945" y="0"/>
                </a:cubicBezTo>
                <a:cubicBezTo>
                  <a:pt x="128997" y="0"/>
                  <a:pt x="125016" y="3981"/>
                  <a:pt x="125016" y="8930"/>
                </a:cubicBezTo>
                <a:lnTo>
                  <a:pt x="125016" y="23812"/>
                </a:lnTo>
                <a:lnTo>
                  <a:pt x="104180" y="23812"/>
                </a:lnTo>
                <a:lnTo>
                  <a:pt x="104180" y="8930"/>
                </a:lnTo>
                <a:cubicBezTo>
                  <a:pt x="104180" y="3981"/>
                  <a:pt x="100199" y="0"/>
                  <a:pt x="95250" y="0"/>
                </a:cubicBezTo>
                <a:cubicBezTo>
                  <a:pt x="90301" y="0"/>
                  <a:pt x="86320" y="3981"/>
                  <a:pt x="86320" y="8930"/>
                </a:cubicBezTo>
                <a:lnTo>
                  <a:pt x="86320" y="23812"/>
                </a:lnTo>
                <a:lnTo>
                  <a:pt x="65484" y="23812"/>
                </a:lnTo>
                <a:lnTo>
                  <a:pt x="65484" y="8930"/>
                </a:lnTo>
                <a:close/>
                <a:moveTo>
                  <a:pt x="59531" y="47625"/>
                </a:moveTo>
                <a:lnTo>
                  <a:pt x="130969" y="47625"/>
                </a:lnTo>
                <a:cubicBezTo>
                  <a:pt x="137554" y="47625"/>
                  <a:pt x="142875" y="52946"/>
                  <a:pt x="142875" y="59531"/>
                </a:cubicBezTo>
                <a:lnTo>
                  <a:pt x="142875" y="130969"/>
                </a:lnTo>
                <a:cubicBezTo>
                  <a:pt x="142875" y="137554"/>
                  <a:pt x="137554" y="142875"/>
                  <a:pt x="130969" y="142875"/>
                </a:cubicBezTo>
                <a:lnTo>
                  <a:pt x="59531" y="142875"/>
                </a:lnTo>
                <a:cubicBezTo>
                  <a:pt x="52946" y="142875"/>
                  <a:pt x="47625" y="137554"/>
                  <a:pt x="47625" y="130969"/>
                </a:cubicBezTo>
                <a:lnTo>
                  <a:pt x="47625" y="59531"/>
                </a:lnTo>
                <a:cubicBezTo>
                  <a:pt x="47625" y="52946"/>
                  <a:pt x="52946" y="47625"/>
                  <a:pt x="59531" y="47625"/>
                </a:cubicBezTo>
                <a:close/>
                <a:moveTo>
                  <a:pt x="65484" y="65484"/>
                </a:moveTo>
                <a:lnTo>
                  <a:pt x="65484" y="125016"/>
                </a:lnTo>
                <a:lnTo>
                  <a:pt x="125016" y="125016"/>
                </a:lnTo>
                <a:lnTo>
                  <a:pt x="125016" y="65484"/>
                </a:lnTo>
                <a:lnTo>
                  <a:pt x="65484" y="65484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3" name="Text 21"/>
          <p:cNvSpPr/>
          <p:nvPr/>
        </p:nvSpPr>
        <p:spPr>
          <a:xfrm>
            <a:off x="1181100" y="4724400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Computational Demands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1100" y="5067300"/>
            <a:ext cx="4724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computational requirements limit scalability on resource-constrained devices, requiring GPU acceleration for real-time processing.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29350" y="1485900"/>
            <a:ext cx="5581650" cy="1390650"/>
          </a:xfrm>
          <a:custGeom>
            <a:avLst/>
            <a:gdLst/>
            <a:ahLst/>
            <a:cxnLst/>
            <a:rect l="l" t="t" r="r" b="b"/>
            <a:pathLst>
              <a:path w="5581650" h="1390650">
                <a:moveTo>
                  <a:pt x="38100" y="0"/>
                </a:moveTo>
                <a:lnTo>
                  <a:pt x="5505456" y="0"/>
                </a:lnTo>
                <a:cubicBezTo>
                  <a:pt x="5547509" y="0"/>
                  <a:pt x="5581650" y="34141"/>
                  <a:pt x="5581650" y="76194"/>
                </a:cubicBezTo>
                <a:lnTo>
                  <a:pt x="5581650" y="1314456"/>
                </a:lnTo>
                <a:cubicBezTo>
                  <a:pt x="5581650" y="1356509"/>
                  <a:pt x="5547509" y="1390650"/>
                  <a:pt x="5505456" y="1390650"/>
                </a:cubicBez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229350" y="1485900"/>
            <a:ext cx="38100" cy="1390650"/>
          </a:xfrm>
          <a:custGeom>
            <a:avLst/>
            <a:gdLst/>
            <a:ahLst/>
            <a:cxnLst/>
            <a:rect l="l" t="t" r="r" b="b"/>
            <a:pathLst>
              <a:path w="38100" h="1390650">
                <a:moveTo>
                  <a:pt x="38100" y="0"/>
                </a:moveTo>
                <a:lnTo>
                  <a:pt x="38100" y="0"/>
                </a:lnTo>
                <a:lnTo>
                  <a:pt x="38100" y="1390650"/>
                </a:ln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0" y="1638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546056" y="17716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9" name="Text 27"/>
          <p:cNvSpPr/>
          <p:nvPr/>
        </p:nvSpPr>
        <p:spPr>
          <a:xfrm>
            <a:off x="7010400" y="1638300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Dependency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10400" y="1981200"/>
            <a:ext cx="4724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performance is contingent on training dataset quality and diversity, with potential bias toward specific ethnicities or manipulation methods.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29350" y="3028950"/>
            <a:ext cx="5581650" cy="1390650"/>
          </a:xfrm>
          <a:custGeom>
            <a:avLst/>
            <a:gdLst/>
            <a:ahLst/>
            <a:cxnLst/>
            <a:rect l="l" t="t" r="r" b="b"/>
            <a:pathLst>
              <a:path w="5581650" h="1390650">
                <a:moveTo>
                  <a:pt x="38100" y="0"/>
                </a:moveTo>
                <a:lnTo>
                  <a:pt x="5505456" y="0"/>
                </a:lnTo>
                <a:cubicBezTo>
                  <a:pt x="5547509" y="0"/>
                  <a:pt x="5581650" y="34141"/>
                  <a:pt x="5581650" y="76194"/>
                </a:cubicBezTo>
                <a:lnTo>
                  <a:pt x="5581650" y="1314456"/>
                </a:lnTo>
                <a:cubicBezTo>
                  <a:pt x="5581650" y="1356509"/>
                  <a:pt x="5547509" y="1390650"/>
                  <a:pt x="5505456" y="1390650"/>
                </a:cubicBez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229350" y="3028950"/>
            <a:ext cx="38100" cy="1390650"/>
          </a:xfrm>
          <a:custGeom>
            <a:avLst/>
            <a:gdLst/>
            <a:ahLst/>
            <a:cxnLst/>
            <a:rect l="l" t="t" r="r" b="b"/>
            <a:pathLst>
              <a:path w="38100" h="1390650">
                <a:moveTo>
                  <a:pt x="38100" y="0"/>
                </a:moveTo>
                <a:lnTo>
                  <a:pt x="38100" y="0"/>
                </a:lnTo>
                <a:lnTo>
                  <a:pt x="38100" y="1390650"/>
                </a:ln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3" name="Shape 31"/>
          <p:cNvSpPr/>
          <p:nvPr/>
        </p:nvSpPr>
        <p:spPr>
          <a:xfrm>
            <a:off x="6400800" y="31813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534150" y="3314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631" y="71438"/>
                </a:moveTo>
                <a:lnTo>
                  <a:pt x="181570" y="71438"/>
                </a:lnTo>
                <a:cubicBezTo>
                  <a:pt x="186519" y="71438"/>
                  <a:pt x="190500" y="67456"/>
                  <a:pt x="190500" y="62508"/>
                </a:cubicBezTo>
                <a:lnTo>
                  <a:pt x="190500" y="8930"/>
                </a:lnTo>
                <a:cubicBezTo>
                  <a:pt x="190500" y="5321"/>
                  <a:pt x="188342" y="2046"/>
                  <a:pt x="184993" y="670"/>
                </a:cubicBezTo>
                <a:cubicBezTo>
                  <a:pt x="181645" y="-707"/>
                  <a:pt x="177812" y="74"/>
                  <a:pt x="175245" y="2604"/>
                </a:cubicBezTo>
                <a:lnTo>
                  <a:pt x="156009" y="21878"/>
                </a:lnTo>
                <a:cubicBezTo>
                  <a:pt x="139526" y="8223"/>
                  <a:pt x="118318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ubicBezTo>
                  <a:pt x="29468" y="50416"/>
                  <a:pt x="59271" y="23812"/>
                  <a:pt x="95250" y="23812"/>
                </a:cubicBezTo>
                <a:cubicBezTo>
                  <a:pt x="111770" y="23812"/>
                  <a:pt x="126950" y="29394"/>
                  <a:pt x="139043" y="38807"/>
                </a:cubicBezTo>
                <a:lnTo>
                  <a:pt x="121667" y="56183"/>
                </a:lnTo>
                <a:cubicBezTo>
                  <a:pt x="119100" y="58750"/>
                  <a:pt x="118356" y="62582"/>
                  <a:pt x="119732" y="65931"/>
                </a:cubicBezTo>
                <a:cubicBezTo>
                  <a:pt x="121109" y="69279"/>
                  <a:pt x="124383" y="71438"/>
                  <a:pt x="127992" y="71438"/>
                </a:cubicBezTo>
                <a:lnTo>
                  <a:pt x="178631" y="71438"/>
                </a:lnTo>
                <a:close/>
                <a:moveTo>
                  <a:pt x="189570" y="108831"/>
                </a:moveTo>
                <a:cubicBezTo>
                  <a:pt x="190500" y="102319"/>
                  <a:pt x="185961" y="96292"/>
                  <a:pt x="179487" y="95362"/>
                </a:cubicBezTo>
                <a:cubicBezTo>
                  <a:pt x="173013" y="94431"/>
                  <a:pt x="166948" y="98971"/>
                  <a:pt x="166018" y="105445"/>
                </a:cubicBezTo>
                <a:cubicBezTo>
                  <a:pt x="161069" y="140047"/>
                  <a:pt x="131266" y="166650"/>
                  <a:pt x="95287" y="166650"/>
                </a:cubicBezTo>
                <a:cubicBezTo>
                  <a:pt x="78767" y="166650"/>
                  <a:pt x="63587" y="161069"/>
                  <a:pt x="51495" y="151656"/>
                </a:cubicBezTo>
                <a:lnTo>
                  <a:pt x="68833" y="134317"/>
                </a:lnTo>
                <a:cubicBezTo>
                  <a:pt x="71400" y="131750"/>
                  <a:pt x="72144" y="127918"/>
                  <a:pt x="70768" y="124569"/>
                </a:cubicBezTo>
                <a:cubicBezTo>
                  <a:pt x="69391" y="121221"/>
                  <a:pt x="66117" y="119063"/>
                  <a:pt x="62508" y="119063"/>
                </a:cubicBezTo>
                <a:lnTo>
                  <a:pt x="8930" y="119063"/>
                </a:lnTo>
                <a:cubicBezTo>
                  <a:pt x="3981" y="119063"/>
                  <a:pt x="0" y="123044"/>
                  <a:pt x="0" y="127992"/>
                </a:cubicBezTo>
                <a:lnTo>
                  <a:pt x="0" y="181570"/>
                </a:lnTo>
                <a:cubicBezTo>
                  <a:pt x="0" y="185179"/>
                  <a:pt x="2158" y="188454"/>
                  <a:pt x="5507" y="189830"/>
                </a:cubicBezTo>
                <a:cubicBezTo>
                  <a:pt x="8855" y="191207"/>
                  <a:pt x="12688" y="190426"/>
                  <a:pt x="15255" y="187896"/>
                </a:cubicBezTo>
                <a:lnTo>
                  <a:pt x="34528" y="168622"/>
                </a:lnTo>
                <a:cubicBezTo>
                  <a:pt x="50974" y="182277"/>
                  <a:pt x="72182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5" name="Text 33"/>
          <p:cNvSpPr/>
          <p:nvPr/>
        </p:nvSpPr>
        <p:spPr>
          <a:xfrm>
            <a:off x="7010400" y="3181350"/>
            <a:ext cx="474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Updates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10400" y="3524250"/>
            <a:ext cx="4724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Requires regular model retraining as deepfake generation techniques evolve, necessitating ongoing dataset expansion and architecture refinement.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15063" y="4576763"/>
            <a:ext cx="5591175" cy="1990725"/>
          </a:xfrm>
          <a:custGeom>
            <a:avLst/>
            <a:gdLst/>
            <a:ahLst/>
            <a:cxnLst/>
            <a:rect l="l" t="t" r="r" b="b"/>
            <a:pathLst>
              <a:path w="5591175" h="1990725">
                <a:moveTo>
                  <a:pt x="76205" y="0"/>
                </a:moveTo>
                <a:lnTo>
                  <a:pt x="5514970" y="0"/>
                </a:lnTo>
                <a:cubicBezTo>
                  <a:pt x="5557057" y="0"/>
                  <a:pt x="5591175" y="34118"/>
                  <a:pt x="5591175" y="76205"/>
                </a:cubicBezTo>
                <a:lnTo>
                  <a:pt x="5591175" y="1914520"/>
                </a:lnTo>
                <a:cubicBezTo>
                  <a:pt x="5591175" y="1956607"/>
                  <a:pt x="5557057" y="1990725"/>
                  <a:pt x="5514970" y="1990725"/>
                </a:cubicBezTo>
                <a:lnTo>
                  <a:pt x="76205" y="1990725"/>
                </a:lnTo>
                <a:cubicBezTo>
                  <a:pt x="34118" y="1990725"/>
                  <a:pt x="0" y="1956607"/>
                  <a:pt x="0" y="19145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5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96038" y="47720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9" name="Text 37"/>
          <p:cNvSpPr/>
          <p:nvPr/>
        </p:nvSpPr>
        <p:spPr>
          <a:xfrm>
            <a:off x="6610350" y="4733925"/>
            <a:ext cx="513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Mitigation Strategies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00800" y="51911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1" name="Text 39"/>
          <p:cNvSpPr/>
          <p:nvPr/>
        </p:nvSpPr>
        <p:spPr>
          <a:xfrm>
            <a:off x="6638925" y="5153025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Ensemble methods with multiple architectures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00800" y="55340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3" name="Text 41"/>
          <p:cNvSpPr/>
          <p:nvPr/>
        </p:nvSpPr>
        <p:spPr>
          <a:xfrm>
            <a:off x="6638925" y="5495925"/>
            <a:ext cx="3295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dataset expansion and diversification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00800" y="58769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5" name="Text 43"/>
          <p:cNvSpPr/>
          <p:nvPr/>
        </p:nvSpPr>
        <p:spPr>
          <a:xfrm>
            <a:off x="6638925" y="5838825"/>
            <a:ext cx="2800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compression for edge deployment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00800" y="62198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7" name="Text 45"/>
          <p:cNvSpPr/>
          <p:nvPr/>
        </p:nvSpPr>
        <p:spPr>
          <a:xfrm>
            <a:off x="6638925" y="6181725"/>
            <a:ext cx="2114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Multimodal analysis integration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500" y="317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06797" y="40481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35719" y="89297"/>
                </a:moveTo>
                <a:lnTo>
                  <a:pt x="6837" y="89297"/>
                </a:lnTo>
                <a:cubicBezTo>
                  <a:pt x="-112" y="89297"/>
                  <a:pt x="-4381" y="81735"/>
                  <a:pt x="-809" y="75763"/>
                </a:cubicBezTo>
                <a:lnTo>
                  <a:pt x="13953" y="51150"/>
                </a:lnTo>
                <a:cubicBezTo>
                  <a:pt x="16380" y="47104"/>
                  <a:pt x="20734" y="44648"/>
                  <a:pt x="25450" y="44648"/>
                </a:cubicBezTo>
                <a:lnTo>
                  <a:pt x="51960" y="44648"/>
                </a:lnTo>
                <a:cubicBezTo>
                  <a:pt x="73196" y="8679"/>
                  <a:pt x="104868" y="6865"/>
                  <a:pt x="126048" y="9962"/>
                </a:cubicBezTo>
                <a:cubicBezTo>
                  <a:pt x="129620" y="10492"/>
                  <a:pt x="132411" y="13283"/>
                  <a:pt x="132913" y="16827"/>
                </a:cubicBezTo>
                <a:cubicBezTo>
                  <a:pt x="136010" y="38007"/>
                  <a:pt x="134196" y="69679"/>
                  <a:pt x="98227" y="90915"/>
                </a:cubicBezTo>
                <a:lnTo>
                  <a:pt x="98227" y="117425"/>
                </a:lnTo>
                <a:cubicBezTo>
                  <a:pt x="98227" y="122141"/>
                  <a:pt x="95771" y="126495"/>
                  <a:pt x="91725" y="128922"/>
                </a:cubicBezTo>
                <a:lnTo>
                  <a:pt x="67112" y="143684"/>
                </a:lnTo>
                <a:cubicBezTo>
                  <a:pt x="61168" y="147256"/>
                  <a:pt x="53578" y="142959"/>
                  <a:pt x="53578" y="136038"/>
                </a:cubicBezTo>
                <a:lnTo>
                  <a:pt x="53578" y="107156"/>
                </a:lnTo>
                <a:cubicBezTo>
                  <a:pt x="53578" y="97306"/>
                  <a:pt x="45569" y="89297"/>
                  <a:pt x="35719" y="89297"/>
                </a:cubicBezTo>
                <a:lnTo>
                  <a:pt x="35691" y="89297"/>
                </a:lnTo>
                <a:close/>
                <a:moveTo>
                  <a:pt x="111621" y="44648"/>
                </a:moveTo>
                <a:cubicBezTo>
                  <a:pt x="111621" y="37256"/>
                  <a:pt x="105619" y="31254"/>
                  <a:pt x="98227" y="31254"/>
                </a:cubicBezTo>
                <a:cubicBezTo>
                  <a:pt x="90834" y="31254"/>
                  <a:pt x="84832" y="37256"/>
                  <a:pt x="84832" y="44648"/>
                </a:cubicBezTo>
                <a:cubicBezTo>
                  <a:pt x="84832" y="52041"/>
                  <a:pt x="90834" y="58043"/>
                  <a:pt x="98227" y="58043"/>
                </a:cubicBezTo>
                <a:cubicBezTo>
                  <a:pt x="105619" y="58043"/>
                  <a:pt x="111621" y="52041"/>
                  <a:pt x="111621" y="44648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" name="Text 2"/>
          <p:cNvSpPr/>
          <p:nvPr/>
        </p:nvSpPr>
        <p:spPr>
          <a:xfrm>
            <a:off x="730250" y="381000"/>
            <a:ext cx="1817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DEPLOYMENT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698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Use Cases &amp; Applications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7500" y="107950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7" name="Shape 5"/>
          <p:cNvSpPr/>
          <p:nvPr/>
        </p:nvSpPr>
        <p:spPr>
          <a:xfrm>
            <a:off x="333375" y="1238250"/>
            <a:ext cx="5667375" cy="1270000"/>
          </a:xfrm>
          <a:custGeom>
            <a:avLst/>
            <a:gdLst/>
            <a:ahLst/>
            <a:cxnLst/>
            <a:rect l="l" t="t" r="r" b="b"/>
            <a:pathLst>
              <a:path w="5667375" h="1270000">
                <a:moveTo>
                  <a:pt x="31750" y="0"/>
                </a:moveTo>
                <a:lnTo>
                  <a:pt x="5603875" y="0"/>
                </a:lnTo>
                <a:cubicBezTo>
                  <a:pt x="5638922" y="0"/>
                  <a:pt x="5667375" y="28453"/>
                  <a:pt x="5667375" y="63500"/>
                </a:cubicBezTo>
                <a:lnTo>
                  <a:pt x="5667375" y="1206500"/>
                </a:lnTo>
                <a:cubicBezTo>
                  <a:pt x="5667375" y="1241547"/>
                  <a:pt x="5638922" y="1270000"/>
                  <a:pt x="5603875" y="1270000"/>
                </a:cubicBezTo>
                <a:lnTo>
                  <a:pt x="31750" y="1270000"/>
                </a:lnTo>
                <a:cubicBezTo>
                  <a:pt x="14227" y="1270000"/>
                  <a:pt x="0" y="1255773"/>
                  <a:pt x="0" y="1238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33375" y="1238250"/>
            <a:ext cx="31750" cy="1270000"/>
          </a:xfrm>
          <a:custGeom>
            <a:avLst/>
            <a:gdLst/>
            <a:ahLst/>
            <a:cxnLst/>
            <a:rect l="l" t="t" r="r" b="b"/>
            <a:pathLst>
              <a:path w="31750" h="1270000">
                <a:moveTo>
                  <a:pt x="31750" y="0"/>
                </a:moveTo>
                <a:lnTo>
                  <a:pt x="31750" y="0"/>
                </a:lnTo>
                <a:lnTo>
                  <a:pt x="31750" y="1270000"/>
                </a:lnTo>
                <a:lnTo>
                  <a:pt x="31750" y="1270000"/>
                </a:lnTo>
                <a:cubicBezTo>
                  <a:pt x="14227" y="1270000"/>
                  <a:pt x="0" y="1255773"/>
                  <a:pt x="0" y="1238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9" name="Shape 7"/>
          <p:cNvSpPr/>
          <p:nvPr/>
        </p:nvSpPr>
        <p:spPr>
          <a:xfrm>
            <a:off x="476250" y="1365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87375" y="147637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19062" y="59531"/>
                </a:moveTo>
                <a:cubicBezTo>
                  <a:pt x="135496" y="59531"/>
                  <a:pt x="148828" y="46199"/>
                  <a:pt x="148828" y="29766"/>
                </a:cubicBezTo>
                <a:cubicBezTo>
                  <a:pt x="148828" y="13333"/>
                  <a:pt x="135496" y="0"/>
                  <a:pt x="119062" y="0"/>
                </a:cubicBezTo>
                <a:cubicBezTo>
                  <a:pt x="102629" y="0"/>
                  <a:pt x="89297" y="13333"/>
                  <a:pt x="89297" y="29766"/>
                </a:cubicBezTo>
                <a:cubicBezTo>
                  <a:pt x="89297" y="31440"/>
                  <a:pt x="89452" y="33114"/>
                  <a:pt x="89700" y="34727"/>
                </a:cubicBezTo>
                <a:lnTo>
                  <a:pt x="49485" y="57082"/>
                </a:lnTo>
                <a:cubicBezTo>
                  <a:pt x="44245" y="52431"/>
                  <a:pt x="37331" y="49609"/>
                  <a:pt x="29766" y="49609"/>
                </a:cubicBezTo>
                <a:cubicBezTo>
                  <a:pt x="13333" y="49609"/>
                  <a:pt x="0" y="62942"/>
                  <a:pt x="0" y="79375"/>
                </a:cubicBezTo>
                <a:cubicBezTo>
                  <a:pt x="0" y="95808"/>
                  <a:pt x="13333" y="109141"/>
                  <a:pt x="29766" y="109141"/>
                </a:cubicBezTo>
                <a:cubicBezTo>
                  <a:pt x="37331" y="109141"/>
                  <a:pt x="44214" y="106319"/>
                  <a:pt x="49485" y="101668"/>
                </a:cubicBezTo>
                <a:lnTo>
                  <a:pt x="89700" y="124023"/>
                </a:lnTo>
                <a:cubicBezTo>
                  <a:pt x="89421" y="125636"/>
                  <a:pt x="89297" y="127279"/>
                  <a:pt x="89297" y="128984"/>
                </a:cubicBezTo>
                <a:cubicBezTo>
                  <a:pt x="89297" y="145417"/>
                  <a:pt x="102629" y="158750"/>
                  <a:pt x="119062" y="158750"/>
                </a:cubicBezTo>
                <a:cubicBezTo>
                  <a:pt x="135496" y="158750"/>
                  <a:pt x="148828" y="145417"/>
                  <a:pt x="148828" y="128984"/>
                </a:cubicBezTo>
                <a:cubicBezTo>
                  <a:pt x="148828" y="112551"/>
                  <a:pt x="135496" y="99219"/>
                  <a:pt x="119062" y="99219"/>
                </a:cubicBezTo>
                <a:cubicBezTo>
                  <a:pt x="111497" y="99219"/>
                  <a:pt x="104614" y="102040"/>
                  <a:pt x="99343" y="106691"/>
                </a:cubicBezTo>
                <a:lnTo>
                  <a:pt x="59128" y="84336"/>
                </a:lnTo>
                <a:cubicBezTo>
                  <a:pt x="59407" y="82724"/>
                  <a:pt x="59531" y="81080"/>
                  <a:pt x="59531" y="79375"/>
                </a:cubicBezTo>
                <a:cubicBezTo>
                  <a:pt x="59531" y="77670"/>
                  <a:pt x="59376" y="76026"/>
                  <a:pt x="59128" y="74414"/>
                </a:cubicBezTo>
                <a:lnTo>
                  <a:pt x="99343" y="52059"/>
                </a:lnTo>
                <a:cubicBezTo>
                  <a:pt x="104583" y="56710"/>
                  <a:pt x="111497" y="59531"/>
                  <a:pt x="119062" y="59531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1" name="Text 9"/>
          <p:cNvSpPr/>
          <p:nvPr/>
        </p:nvSpPr>
        <p:spPr>
          <a:xfrm>
            <a:off x="984250" y="1365250"/>
            <a:ext cx="4968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Media Content Moderation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84250" y="1651000"/>
            <a:ext cx="4953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 into social platforms to automatically flag manipulated content, protecting users from misinformation and maintaining platform integrity.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84250" y="2159000"/>
            <a:ext cx="650875" cy="222250"/>
          </a:xfrm>
          <a:custGeom>
            <a:avLst/>
            <a:gdLst/>
            <a:ahLst/>
            <a:cxnLst/>
            <a:rect l="l" t="t" r="r" b="b"/>
            <a:pathLst>
              <a:path w="650875" h="222250">
                <a:moveTo>
                  <a:pt x="111125" y="0"/>
                </a:moveTo>
                <a:lnTo>
                  <a:pt x="539750" y="0"/>
                </a:lnTo>
                <a:cubicBezTo>
                  <a:pt x="601082" y="0"/>
                  <a:pt x="650875" y="49793"/>
                  <a:pt x="650875" y="111125"/>
                </a:cubicBezTo>
                <a:lnTo>
                  <a:pt x="650875" y="111125"/>
                </a:lnTo>
                <a:cubicBezTo>
                  <a:pt x="650875" y="172457"/>
                  <a:pt x="601082" y="222250"/>
                  <a:pt x="53975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84250" y="2159000"/>
            <a:ext cx="70643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Facebook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701229" y="2159000"/>
            <a:ext cx="531813" cy="222250"/>
          </a:xfrm>
          <a:custGeom>
            <a:avLst/>
            <a:gdLst/>
            <a:ahLst/>
            <a:cxnLst/>
            <a:rect l="l" t="t" r="r" b="b"/>
            <a:pathLst>
              <a:path w="531813" h="222250">
                <a:moveTo>
                  <a:pt x="111125" y="0"/>
                </a:moveTo>
                <a:lnTo>
                  <a:pt x="420688" y="0"/>
                </a:lnTo>
                <a:cubicBezTo>
                  <a:pt x="482019" y="0"/>
                  <a:pt x="531813" y="49793"/>
                  <a:pt x="531813" y="111125"/>
                </a:cubicBezTo>
                <a:lnTo>
                  <a:pt x="531813" y="111125"/>
                </a:lnTo>
                <a:cubicBezTo>
                  <a:pt x="531813" y="172457"/>
                  <a:pt x="482019" y="222250"/>
                  <a:pt x="420688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701229" y="2159000"/>
            <a:ext cx="587375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Twitter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297658" y="2159000"/>
            <a:ext cx="500063" cy="222250"/>
          </a:xfrm>
          <a:custGeom>
            <a:avLst/>
            <a:gdLst/>
            <a:ahLst/>
            <a:cxnLst/>
            <a:rect l="l" t="t" r="r" b="b"/>
            <a:pathLst>
              <a:path w="500063" h="222250">
                <a:moveTo>
                  <a:pt x="111125" y="0"/>
                </a:moveTo>
                <a:lnTo>
                  <a:pt x="388938" y="0"/>
                </a:lnTo>
                <a:cubicBezTo>
                  <a:pt x="450269" y="0"/>
                  <a:pt x="500063" y="49793"/>
                  <a:pt x="500063" y="111125"/>
                </a:cubicBezTo>
                <a:lnTo>
                  <a:pt x="500063" y="111125"/>
                </a:lnTo>
                <a:cubicBezTo>
                  <a:pt x="500063" y="172457"/>
                  <a:pt x="450269" y="222250"/>
                  <a:pt x="388938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297658" y="2159000"/>
            <a:ext cx="555625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TikTok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862957" y="2159000"/>
            <a:ext cx="666750" cy="222250"/>
          </a:xfrm>
          <a:custGeom>
            <a:avLst/>
            <a:gdLst/>
            <a:ahLst/>
            <a:cxnLst/>
            <a:rect l="l" t="t" r="r" b="b"/>
            <a:pathLst>
              <a:path w="666750" h="222250">
                <a:moveTo>
                  <a:pt x="111125" y="0"/>
                </a:moveTo>
                <a:lnTo>
                  <a:pt x="555625" y="0"/>
                </a:lnTo>
                <a:cubicBezTo>
                  <a:pt x="616957" y="0"/>
                  <a:pt x="666750" y="49793"/>
                  <a:pt x="666750" y="111125"/>
                </a:cubicBezTo>
                <a:lnTo>
                  <a:pt x="666750" y="111125"/>
                </a:lnTo>
                <a:cubicBezTo>
                  <a:pt x="666750" y="172457"/>
                  <a:pt x="616957" y="222250"/>
                  <a:pt x="555625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862957" y="2159000"/>
            <a:ext cx="722313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Instagram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33375" y="2635250"/>
            <a:ext cx="5667375" cy="1270000"/>
          </a:xfrm>
          <a:custGeom>
            <a:avLst/>
            <a:gdLst/>
            <a:ahLst/>
            <a:cxnLst/>
            <a:rect l="l" t="t" r="r" b="b"/>
            <a:pathLst>
              <a:path w="5667375" h="1270000">
                <a:moveTo>
                  <a:pt x="31750" y="0"/>
                </a:moveTo>
                <a:lnTo>
                  <a:pt x="5603875" y="0"/>
                </a:lnTo>
                <a:cubicBezTo>
                  <a:pt x="5638922" y="0"/>
                  <a:pt x="5667375" y="28453"/>
                  <a:pt x="5667375" y="63500"/>
                </a:cubicBezTo>
                <a:lnTo>
                  <a:pt x="5667375" y="1206500"/>
                </a:lnTo>
                <a:cubicBezTo>
                  <a:pt x="5667375" y="1241547"/>
                  <a:pt x="5638922" y="1270000"/>
                  <a:pt x="5603875" y="1270000"/>
                </a:cubicBezTo>
                <a:lnTo>
                  <a:pt x="31750" y="1270000"/>
                </a:lnTo>
                <a:cubicBezTo>
                  <a:pt x="14227" y="1270000"/>
                  <a:pt x="0" y="1255773"/>
                  <a:pt x="0" y="1238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33375" y="2635250"/>
            <a:ext cx="31750" cy="1270000"/>
          </a:xfrm>
          <a:custGeom>
            <a:avLst/>
            <a:gdLst/>
            <a:ahLst/>
            <a:cxnLst/>
            <a:rect l="l" t="t" r="r" b="b"/>
            <a:pathLst>
              <a:path w="31750" h="1270000">
                <a:moveTo>
                  <a:pt x="31750" y="0"/>
                </a:moveTo>
                <a:lnTo>
                  <a:pt x="31750" y="0"/>
                </a:lnTo>
                <a:lnTo>
                  <a:pt x="31750" y="1270000"/>
                </a:lnTo>
                <a:lnTo>
                  <a:pt x="31750" y="1270000"/>
                </a:lnTo>
                <a:cubicBezTo>
                  <a:pt x="14227" y="1270000"/>
                  <a:pt x="0" y="1255773"/>
                  <a:pt x="0" y="1238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3" name="Shape 21"/>
          <p:cNvSpPr/>
          <p:nvPr/>
        </p:nvSpPr>
        <p:spPr>
          <a:xfrm>
            <a:off x="476250" y="2762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77453" y="2873375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52586" y="47563"/>
                </a:moveTo>
                <a:lnTo>
                  <a:pt x="46788" y="41765"/>
                </a:lnTo>
                <a:cubicBezTo>
                  <a:pt x="42912" y="37889"/>
                  <a:pt x="42912" y="31595"/>
                  <a:pt x="46788" y="27719"/>
                </a:cubicBezTo>
                <a:lnTo>
                  <a:pt x="82352" y="-7875"/>
                </a:lnTo>
                <a:cubicBezTo>
                  <a:pt x="86227" y="-11751"/>
                  <a:pt x="92521" y="-11751"/>
                  <a:pt x="96397" y="-7875"/>
                </a:cubicBezTo>
                <a:lnTo>
                  <a:pt x="102195" y="-2046"/>
                </a:lnTo>
                <a:cubicBezTo>
                  <a:pt x="106071" y="1829"/>
                  <a:pt x="106071" y="8124"/>
                  <a:pt x="102195" y="11999"/>
                </a:cubicBezTo>
                <a:lnTo>
                  <a:pt x="66632" y="47563"/>
                </a:lnTo>
                <a:cubicBezTo>
                  <a:pt x="62756" y="51439"/>
                  <a:pt x="56462" y="51439"/>
                  <a:pt x="52586" y="47563"/>
                </a:cubicBezTo>
                <a:close/>
                <a:moveTo>
                  <a:pt x="85576" y="65639"/>
                </a:moveTo>
                <a:lnTo>
                  <a:pt x="75840" y="55904"/>
                </a:lnTo>
                <a:lnTo>
                  <a:pt x="110567" y="21177"/>
                </a:lnTo>
                <a:lnTo>
                  <a:pt x="147588" y="58198"/>
                </a:lnTo>
                <a:lnTo>
                  <a:pt x="112861" y="92925"/>
                </a:lnTo>
                <a:lnTo>
                  <a:pt x="103125" y="83189"/>
                </a:lnTo>
                <a:lnTo>
                  <a:pt x="31192" y="155122"/>
                </a:lnTo>
                <a:cubicBezTo>
                  <a:pt x="26355" y="159959"/>
                  <a:pt x="18510" y="159959"/>
                  <a:pt x="13643" y="155122"/>
                </a:cubicBezTo>
                <a:cubicBezTo>
                  <a:pt x="8775" y="150285"/>
                  <a:pt x="8806" y="142441"/>
                  <a:pt x="13643" y="137573"/>
                </a:cubicBezTo>
                <a:lnTo>
                  <a:pt x="85576" y="65639"/>
                </a:lnTo>
                <a:close/>
                <a:moveTo>
                  <a:pt x="121202" y="116148"/>
                </a:moveTo>
                <a:cubicBezTo>
                  <a:pt x="117326" y="112272"/>
                  <a:pt x="117326" y="105978"/>
                  <a:pt x="121202" y="102102"/>
                </a:cubicBezTo>
                <a:lnTo>
                  <a:pt x="156766" y="66539"/>
                </a:lnTo>
                <a:cubicBezTo>
                  <a:pt x="160641" y="62663"/>
                  <a:pt x="166936" y="62663"/>
                  <a:pt x="170811" y="66539"/>
                </a:cubicBezTo>
                <a:lnTo>
                  <a:pt x="176609" y="72337"/>
                </a:lnTo>
                <a:cubicBezTo>
                  <a:pt x="180485" y="76212"/>
                  <a:pt x="180485" y="82507"/>
                  <a:pt x="176609" y="86382"/>
                </a:cubicBezTo>
                <a:lnTo>
                  <a:pt x="141046" y="121977"/>
                </a:lnTo>
                <a:cubicBezTo>
                  <a:pt x="137170" y="125853"/>
                  <a:pt x="130876" y="125853"/>
                  <a:pt x="127000" y="121977"/>
                </a:cubicBezTo>
                <a:lnTo>
                  <a:pt x="121202" y="116179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5" name="Text 23"/>
          <p:cNvSpPr/>
          <p:nvPr/>
        </p:nvSpPr>
        <p:spPr>
          <a:xfrm>
            <a:off x="984250" y="2762250"/>
            <a:ext cx="4968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Legal Evidence Authentication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84250" y="3048000"/>
            <a:ext cx="4953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Forensic analysis in legal proceedings to authenticate digital evidence, providing expert analysis and detailed reports for court presentation.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84250" y="3556000"/>
            <a:ext cx="920750" cy="222250"/>
          </a:xfrm>
          <a:custGeom>
            <a:avLst/>
            <a:gdLst/>
            <a:ahLst/>
            <a:cxnLst/>
            <a:rect l="l" t="t" r="r" b="b"/>
            <a:pathLst>
              <a:path w="920750" h="222250">
                <a:moveTo>
                  <a:pt x="111125" y="0"/>
                </a:moveTo>
                <a:lnTo>
                  <a:pt x="809625" y="0"/>
                </a:lnTo>
                <a:cubicBezTo>
                  <a:pt x="870957" y="0"/>
                  <a:pt x="920750" y="49793"/>
                  <a:pt x="920750" y="111125"/>
                </a:cubicBezTo>
                <a:lnTo>
                  <a:pt x="920750" y="111125"/>
                </a:lnTo>
                <a:cubicBezTo>
                  <a:pt x="920750" y="172457"/>
                  <a:pt x="870957" y="222250"/>
                  <a:pt x="809625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984250" y="3556000"/>
            <a:ext cx="976312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Court Evidence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970112" y="3556000"/>
            <a:ext cx="928688" cy="222250"/>
          </a:xfrm>
          <a:custGeom>
            <a:avLst/>
            <a:gdLst/>
            <a:ahLst/>
            <a:cxnLst/>
            <a:rect l="l" t="t" r="r" b="b"/>
            <a:pathLst>
              <a:path w="928688" h="222250">
                <a:moveTo>
                  <a:pt x="111125" y="0"/>
                </a:moveTo>
                <a:lnTo>
                  <a:pt x="817563" y="0"/>
                </a:lnTo>
                <a:cubicBezTo>
                  <a:pt x="878894" y="0"/>
                  <a:pt x="928688" y="49793"/>
                  <a:pt x="928688" y="111125"/>
                </a:cubicBezTo>
                <a:lnTo>
                  <a:pt x="928688" y="111125"/>
                </a:lnTo>
                <a:cubicBezTo>
                  <a:pt x="928688" y="172457"/>
                  <a:pt x="878894" y="222250"/>
                  <a:pt x="817563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970112" y="3556000"/>
            <a:ext cx="984250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Expert Witness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958703" y="3556000"/>
            <a:ext cx="1016000" cy="222250"/>
          </a:xfrm>
          <a:custGeom>
            <a:avLst/>
            <a:gdLst/>
            <a:ahLst/>
            <a:cxnLst/>
            <a:rect l="l" t="t" r="r" b="b"/>
            <a:pathLst>
              <a:path w="1016000" h="222250">
                <a:moveTo>
                  <a:pt x="111125" y="0"/>
                </a:moveTo>
                <a:lnTo>
                  <a:pt x="904875" y="0"/>
                </a:lnTo>
                <a:cubicBezTo>
                  <a:pt x="966207" y="0"/>
                  <a:pt x="1016000" y="49793"/>
                  <a:pt x="1016000" y="111125"/>
                </a:cubicBezTo>
                <a:lnTo>
                  <a:pt x="1016000" y="111125"/>
                </a:lnTo>
                <a:cubicBezTo>
                  <a:pt x="1016000" y="172457"/>
                  <a:pt x="966207" y="222250"/>
                  <a:pt x="904875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2958703" y="3556000"/>
            <a:ext cx="1071563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Chain of Custody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33375" y="4032250"/>
            <a:ext cx="5667375" cy="1270000"/>
          </a:xfrm>
          <a:custGeom>
            <a:avLst/>
            <a:gdLst/>
            <a:ahLst/>
            <a:cxnLst/>
            <a:rect l="l" t="t" r="r" b="b"/>
            <a:pathLst>
              <a:path w="5667375" h="1270000">
                <a:moveTo>
                  <a:pt x="31750" y="0"/>
                </a:moveTo>
                <a:lnTo>
                  <a:pt x="5603875" y="0"/>
                </a:lnTo>
                <a:cubicBezTo>
                  <a:pt x="5638922" y="0"/>
                  <a:pt x="5667375" y="28453"/>
                  <a:pt x="5667375" y="63500"/>
                </a:cubicBezTo>
                <a:lnTo>
                  <a:pt x="5667375" y="1206500"/>
                </a:lnTo>
                <a:cubicBezTo>
                  <a:pt x="5667375" y="1241547"/>
                  <a:pt x="5638922" y="1270000"/>
                  <a:pt x="5603875" y="1270000"/>
                </a:cubicBezTo>
                <a:lnTo>
                  <a:pt x="31750" y="1270000"/>
                </a:lnTo>
                <a:cubicBezTo>
                  <a:pt x="14227" y="1270000"/>
                  <a:pt x="0" y="1255773"/>
                  <a:pt x="0" y="1238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33375" y="4032250"/>
            <a:ext cx="31750" cy="1270000"/>
          </a:xfrm>
          <a:custGeom>
            <a:avLst/>
            <a:gdLst/>
            <a:ahLst/>
            <a:cxnLst/>
            <a:rect l="l" t="t" r="r" b="b"/>
            <a:pathLst>
              <a:path w="31750" h="1270000">
                <a:moveTo>
                  <a:pt x="31750" y="0"/>
                </a:moveTo>
                <a:lnTo>
                  <a:pt x="31750" y="0"/>
                </a:lnTo>
                <a:lnTo>
                  <a:pt x="31750" y="1270000"/>
                </a:lnTo>
                <a:lnTo>
                  <a:pt x="31750" y="1270000"/>
                </a:lnTo>
                <a:cubicBezTo>
                  <a:pt x="14227" y="1270000"/>
                  <a:pt x="0" y="1255773"/>
                  <a:pt x="0" y="1238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5" name="Shape 33"/>
          <p:cNvSpPr/>
          <p:nvPr/>
        </p:nvSpPr>
        <p:spPr>
          <a:xfrm>
            <a:off x="476250" y="4159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77453" y="4270375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4883" y="60709"/>
                </a:moveTo>
                <a:lnTo>
                  <a:pt x="79747" y="87406"/>
                </a:lnTo>
                <a:cubicBezTo>
                  <a:pt x="82786" y="88646"/>
                  <a:pt x="86010" y="89297"/>
                  <a:pt x="89297" y="89297"/>
                </a:cubicBezTo>
                <a:cubicBezTo>
                  <a:pt x="92583" y="89297"/>
                  <a:pt x="95808" y="88646"/>
                  <a:pt x="98847" y="87406"/>
                </a:cubicBezTo>
                <a:lnTo>
                  <a:pt x="174005" y="56462"/>
                </a:lnTo>
                <a:cubicBezTo>
                  <a:pt x="176795" y="55314"/>
                  <a:pt x="178594" y="52617"/>
                  <a:pt x="178594" y="49609"/>
                </a:cubicBezTo>
                <a:cubicBezTo>
                  <a:pt x="178594" y="46602"/>
                  <a:pt x="176795" y="43904"/>
                  <a:pt x="174005" y="42757"/>
                </a:cubicBezTo>
                <a:lnTo>
                  <a:pt x="98847" y="11813"/>
                </a:lnTo>
                <a:cubicBezTo>
                  <a:pt x="95808" y="10573"/>
                  <a:pt x="92583" y="9922"/>
                  <a:pt x="89297" y="9922"/>
                </a:cubicBezTo>
                <a:cubicBezTo>
                  <a:pt x="86010" y="9922"/>
                  <a:pt x="82786" y="10573"/>
                  <a:pt x="79747" y="11813"/>
                </a:cubicBezTo>
                <a:lnTo>
                  <a:pt x="4589" y="42757"/>
                </a:lnTo>
                <a:cubicBezTo>
                  <a:pt x="1798" y="43904"/>
                  <a:pt x="0" y="46602"/>
                  <a:pt x="0" y="49609"/>
                </a:cubicBezTo>
                <a:lnTo>
                  <a:pt x="0" y="141387"/>
                </a:lnTo>
                <a:cubicBezTo>
                  <a:pt x="0" y="145510"/>
                  <a:pt x="3318" y="148828"/>
                  <a:pt x="7441" y="148828"/>
                </a:cubicBezTo>
                <a:cubicBezTo>
                  <a:pt x="11565" y="148828"/>
                  <a:pt x="14883" y="145510"/>
                  <a:pt x="14883" y="141387"/>
                </a:cubicBezTo>
                <a:lnTo>
                  <a:pt x="14883" y="60709"/>
                </a:lnTo>
                <a:close/>
                <a:moveTo>
                  <a:pt x="29766" y="82941"/>
                </a:moveTo>
                <a:lnTo>
                  <a:pt x="29766" y="119062"/>
                </a:lnTo>
                <a:cubicBezTo>
                  <a:pt x="29766" y="135496"/>
                  <a:pt x="56431" y="148828"/>
                  <a:pt x="89297" y="148828"/>
                </a:cubicBezTo>
                <a:cubicBezTo>
                  <a:pt x="122163" y="148828"/>
                  <a:pt x="148828" y="135496"/>
                  <a:pt x="148828" y="119062"/>
                </a:cubicBezTo>
                <a:lnTo>
                  <a:pt x="148828" y="82910"/>
                </a:lnTo>
                <a:lnTo>
                  <a:pt x="104521" y="101172"/>
                </a:lnTo>
                <a:cubicBezTo>
                  <a:pt x="99684" y="103156"/>
                  <a:pt x="94537" y="104180"/>
                  <a:pt x="89297" y="104180"/>
                </a:cubicBezTo>
                <a:cubicBezTo>
                  <a:pt x="84057" y="104180"/>
                  <a:pt x="78910" y="103156"/>
                  <a:pt x="74073" y="101172"/>
                </a:cubicBezTo>
                <a:lnTo>
                  <a:pt x="29766" y="8291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7" name="Text 35"/>
          <p:cNvSpPr/>
          <p:nvPr/>
        </p:nvSpPr>
        <p:spPr>
          <a:xfrm>
            <a:off x="984250" y="4159250"/>
            <a:ext cx="4968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Educational Awareness Tools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84250" y="4445000"/>
            <a:ext cx="4953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Educational platforms for raising awareness about deepfake threats, training users to identify manipulated content and understand digital literacy.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84250" y="4953000"/>
            <a:ext cx="746125" cy="222250"/>
          </a:xfrm>
          <a:custGeom>
            <a:avLst/>
            <a:gdLst/>
            <a:ahLst/>
            <a:cxnLst/>
            <a:rect l="l" t="t" r="r" b="b"/>
            <a:pathLst>
              <a:path w="746125" h="222250">
                <a:moveTo>
                  <a:pt x="111125" y="0"/>
                </a:moveTo>
                <a:lnTo>
                  <a:pt x="635000" y="0"/>
                </a:lnTo>
                <a:cubicBezTo>
                  <a:pt x="696332" y="0"/>
                  <a:pt x="746125" y="49793"/>
                  <a:pt x="746125" y="111125"/>
                </a:cubicBezTo>
                <a:lnTo>
                  <a:pt x="746125" y="111125"/>
                </a:lnTo>
                <a:cubicBezTo>
                  <a:pt x="746125" y="172457"/>
                  <a:pt x="696332" y="222250"/>
                  <a:pt x="63500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984250" y="4953000"/>
            <a:ext cx="80168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Universities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795983" y="4953000"/>
            <a:ext cx="1055688" cy="222250"/>
          </a:xfrm>
          <a:custGeom>
            <a:avLst/>
            <a:gdLst/>
            <a:ahLst/>
            <a:cxnLst/>
            <a:rect l="l" t="t" r="r" b="b"/>
            <a:pathLst>
              <a:path w="1055688" h="222250">
                <a:moveTo>
                  <a:pt x="111125" y="0"/>
                </a:moveTo>
                <a:lnTo>
                  <a:pt x="944563" y="0"/>
                </a:lnTo>
                <a:cubicBezTo>
                  <a:pt x="1005894" y="0"/>
                  <a:pt x="1055688" y="49793"/>
                  <a:pt x="1055688" y="111125"/>
                </a:cubicBezTo>
                <a:lnTo>
                  <a:pt x="1055688" y="111125"/>
                </a:lnTo>
                <a:cubicBezTo>
                  <a:pt x="1055688" y="172457"/>
                  <a:pt x="1005894" y="222250"/>
                  <a:pt x="944563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795983" y="4953000"/>
            <a:ext cx="1111250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Programs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2916039" y="4953000"/>
            <a:ext cx="754063" cy="222250"/>
          </a:xfrm>
          <a:custGeom>
            <a:avLst/>
            <a:gdLst/>
            <a:ahLst/>
            <a:cxnLst/>
            <a:rect l="l" t="t" r="r" b="b"/>
            <a:pathLst>
              <a:path w="754063" h="222250">
                <a:moveTo>
                  <a:pt x="111125" y="0"/>
                </a:moveTo>
                <a:lnTo>
                  <a:pt x="642938" y="0"/>
                </a:lnTo>
                <a:cubicBezTo>
                  <a:pt x="704269" y="0"/>
                  <a:pt x="754063" y="49793"/>
                  <a:pt x="754063" y="111125"/>
                </a:cubicBezTo>
                <a:lnTo>
                  <a:pt x="754063" y="111125"/>
                </a:lnTo>
                <a:cubicBezTo>
                  <a:pt x="754063" y="172457"/>
                  <a:pt x="704269" y="222250"/>
                  <a:pt x="642938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2916039" y="4953000"/>
            <a:ext cx="809625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Workshops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207125" y="1238250"/>
            <a:ext cx="5667375" cy="1270000"/>
          </a:xfrm>
          <a:custGeom>
            <a:avLst/>
            <a:gdLst/>
            <a:ahLst/>
            <a:cxnLst/>
            <a:rect l="l" t="t" r="r" b="b"/>
            <a:pathLst>
              <a:path w="5667375" h="1270000">
                <a:moveTo>
                  <a:pt x="31750" y="0"/>
                </a:moveTo>
                <a:lnTo>
                  <a:pt x="5603875" y="0"/>
                </a:lnTo>
                <a:cubicBezTo>
                  <a:pt x="5638922" y="0"/>
                  <a:pt x="5667375" y="28453"/>
                  <a:pt x="5667375" y="63500"/>
                </a:cubicBezTo>
                <a:lnTo>
                  <a:pt x="5667375" y="1206500"/>
                </a:lnTo>
                <a:cubicBezTo>
                  <a:pt x="5667375" y="1241547"/>
                  <a:pt x="5638922" y="1270000"/>
                  <a:pt x="5603875" y="1270000"/>
                </a:cubicBezTo>
                <a:lnTo>
                  <a:pt x="31750" y="1270000"/>
                </a:lnTo>
                <a:cubicBezTo>
                  <a:pt x="14227" y="1270000"/>
                  <a:pt x="0" y="1255773"/>
                  <a:pt x="0" y="1238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07125" y="1238250"/>
            <a:ext cx="31750" cy="1270000"/>
          </a:xfrm>
          <a:custGeom>
            <a:avLst/>
            <a:gdLst/>
            <a:ahLst/>
            <a:cxnLst/>
            <a:rect l="l" t="t" r="r" b="b"/>
            <a:pathLst>
              <a:path w="31750" h="1270000">
                <a:moveTo>
                  <a:pt x="31750" y="0"/>
                </a:moveTo>
                <a:lnTo>
                  <a:pt x="31750" y="0"/>
                </a:lnTo>
                <a:lnTo>
                  <a:pt x="31750" y="1270000"/>
                </a:lnTo>
                <a:lnTo>
                  <a:pt x="31750" y="1270000"/>
                </a:lnTo>
                <a:cubicBezTo>
                  <a:pt x="14227" y="1270000"/>
                  <a:pt x="0" y="1255773"/>
                  <a:pt x="0" y="1238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7" name="Shape 45"/>
          <p:cNvSpPr/>
          <p:nvPr/>
        </p:nvSpPr>
        <p:spPr>
          <a:xfrm>
            <a:off x="6350000" y="1365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451203" y="1476375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29766" y="19844"/>
                </a:moveTo>
                <a:cubicBezTo>
                  <a:pt x="18821" y="19844"/>
                  <a:pt x="9922" y="28742"/>
                  <a:pt x="9922" y="39688"/>
                </a:cubicBezTo>
                <a:lnTo>
                  <a:pt x="9922" y="119062"/>
                </a:lnTo>
                <a:cubicBezTo>
                  <a:pt x="9922" y="130008"/>
                  <a:pt x="18821" y="138906"/>
                  <a:pt x="29766" y="138906"/>
                </a:cubicBezTo>
                <a:lnTo>
                  <a:pt x="109141" y="138906"/>
                </a:lnTo>
                <a:cubicBezTo>
                  <a:pt x="120086" y="138906"/>
                  <a:pt x="128984" y="130008"/>
                  <a:pt x="128984" y="119062"/>
                </a:cubicBezTo>
                <a:lnTo>
                  <a:pt x="128984" y="39688"/>
                </a:lnTo>
                <a:cubicBezTo>
                  <a:pt x="128984" y="28742"/>
                  <a:pt x="120086" y="19844"/>
                  <a:pt x="109141" y="19844"/>
                </a:cubicBezTo>
                <a:lnTo>
                  <a:pt x="29766" y="19844"/>
                </a:lnTo>
                <a:close/>
                <a:moveTo>
                  <a:pt x="143867" y="104180"/>
                </a:moveTo>
                <a:lnTo>
                  <a:pt x="166656" y="122411"/>
                </a:lnTo>
                <a:cubicBezTo>
                  <a:pt x="167959" y="123465"/>
                  <a:pt x="169571" y="124023"/>
                  <a:pt x="171245" y="124023"/>
                </a:cubicBezTo>
                <a:cubicBezTo>
                  <a:pt x="175307" y="124023"/>
                  <a:pt x="178594" y="120737"/>
                  <a:pt x="178594" y="116675"/>
                </a:cubicBezTo>
                <a:lnTo>
                  <a:pt x="178594" y="42075"/>
                </a:lnTo>
                <a:cubicBezTo>
                  <a:pt x="178594" y="38013"/>
                  <a:pt x="175307" y="34727"/>
                  <a:pt x="171245" y="34727"/>
                </a:cubicBezTo>
                <a:cubicBezTo>
                  <a:pt x="169571" y="34727"/>
                  <a:pt x="167959" y="35285"/>
                  <a:pt x="166656" y="36339"/>
                </a:cubicBezTo>
                <a:lnTo>
                  <a:pt x="143867" y="54570"/>
                </a:lnTo>
                <a:lnTo>
                  <a:pt x="143867" y="10418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9" name="Text 47"/>
          <p:cNvSpPr/>
          <p:nvPr/>
        </p:nvSpPr>
        <p:spPr>
          <a:xfrm>
            <a:off x="6858000" y="1365250"/>
            <a:ext cx="4968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Conferencing Integration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58000" y="1651000"/>
            <a:ext cx="4953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deepfake detection integration into video conferencing systems for business meetings, telemedicine, and remote collaboration security.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858000" y="2159000"/>
            <a:ext cx="476250" cy="222250"/>
          </a:xfrm>
          <a:custGeom>
            <a:avLst/>
            <a:gdLst/>
            <a:ahLst/>
            <a:cxnLst/>
            <a:rect l="l" t="t" r="r" b="b"/>
            <a:pathLst>
              <a:path w="476250" h="222250">
                <a:moveTo>
                  <a:pt x="111125" y="0"/>
                </a:moveTo>
                <a:lnTo>
                  <a:pt x="365125" y="0"/>
                </a:lnTo>
                <a:cubicBezTo>
                  <a:pt x="426457" y="0"/>
                  <a:pt x="476250" y="49793"/>
                  <a:pt x="476250" y="111125"/>
                </a:cubicBezTo>
                <a:lnTo>
                  <a:pt x="476250" y="111125"/>
                </a:lnTo>
                <a:cubicBezTo>
                  <a:pt x="476250" y="172457"/>
                  <a:pt x="426457" y="222250"/>
                  <a:pt x="365125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858000" y="2159000"/>
            <a:ext cx="531813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Zoom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393781" y="2159000"/>
            <a:ext cx="508000" cy="222250"/>
          </a:xfrm>
          <a:custGeom>
            <a:avLst/>
            <a:gdLst/>
            <a:ahLst/>
            <a:cxnLst/>
            <a:rect l="l" t="t" r="r" b="b"/>
            <a:pathLst>
              <a:path w="508000" h="222250">
                <a:moveTo>
                  <a:pt x="111125" y="0"/>
                </a:moveTo>
                <a:lnTo>
                  <a:pt x="396875" y="0"/>
                </a:lnTo>
                <a:cubicBezTo>
                  <a:pt x="458207" y="0"/>
                  <a:pt x="508000" y="49793"/>
                  <a:pt x="508000" y="111125"/>
                </a:cubicBezTo>
                <a:lnTo>
                  <a:pt x="508000" y="111125"/>
                </a:lnTo>
                <a:cubicBezTo>
                  <a:pt x="508000" y="172457"/>
                  <a:pt x="458207" y="222250"/>
                  <a:pt x="396875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7393781" y="2159000"/>
            <a:ext cx="563563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964289" y="2159000"/>
            <a:ext cx="436563" cy="222250"/>
          </a:xfrm>
          <a:custGeom>
            <a:avLst/>
            <a:gdLst/>
            <a:ahLst/>
            <a:cxnLst/>
            <a:rect l="l" t="t" r="r" b="b"/>
            <a:pathLst>
              <a:path w="436563" h="222250">
                <a:moveTo>
                  <a:pt x="111125" y="0"/>
                </a:moveTo>
                <a:lnTo>
                  <a:pt x="325438" y="0"/>
                </a:lnTo>
                <a:cubicBezTo>
                  <a:pt x="386769" y="0"/>
                  <a:pt x="436563" y="49793"/>
                  <a:pt x="436563" y="111125"/>
                </a:cubicBezTo>
                <a:lnTo>
                  <a:pt x="436563" y="111125"/>
                </a:lnTo>
                <a:cubicBezTo>
                  <a:pt x="436563" y="172457"/>
                  <a:pt x="386769" y="222250"/>
                  <a:pt x="325438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7964289" y="2159000"/>
            <a:ext cx="492125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Meet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207125" y="2635250"/>
            <a:ext cx="5667375" cy="1270000"/>
          </a:xfrm>
          <a:custGeom>
            <a:avLst/>
            <a:gdLst/>
            <a:ahLst/>
            <a:cxnLst/>
            <a:rect l="l" t="t" r="r" b="b"/>
            <a:pathLst>
              <a:path w="5667375" h="1270000">
                <a:moveTo>
                  <a:pt x="31750" y="0"/>
                </a:moveTo>
                <a:lnTo>
                  <a:pt x="5603875" y="0"/>
                </a:lnTo>
                <a:cubicBezTo>
                  <a:pt x="5638922" y="0"/>
                  <a:pt x="5667375" y="28453"/>
                  <a:pt x="5667375" y="63500"/>
                </a:cubicBezTo>
                <a:lnTo>
                  <a:pt x="5667375" y="1206500"/>
                </a:lnTo>
                <a:cubicBezTo>
                  <a:pt x="5667375" y="1241547"/>
                  <a:pt x="5638922" y="1270000"/>
                  <a:pt x="5603875" y="1270000"/>
                </a:cubicBezTo>
                <a:lnTo>
                  <a:pt x="31750" y="1270000"/>
                </a:lnTo>
                <a:cubicBezTo>
                  <a:pt x="14227" y="1270000"/>
                  <a:pt x="0" y="1255773"/>
                  <a:pt x="0" y="1238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207125" y="2635250"/>
            <a:ext cx="31750" cy="1270000"/>
          </a:xfrm>
          <a:custGeom>
            <a:avLst/>
            <a:gdLst/>
            <a:ahLst/>
            <a:cxnLst/>
            <a:rect l="l" t="t" r="r" b="b"/>
            <a:pathLst>
              <a:path w="31750" h="1270000">
                <a:moveTo>
                  <a:pt x="31750" y="0"/>
                </a:moveTo>
                <a:lnTo>
                  <a:pt x="31750" y="0"/>
                </a:lnTo>
                <a:lnTo>
                  <a:pt x="31750" y="1270000"/>
                </a:lnTo>
                <a:lnTo>
                  <a:pt x="31750" y="1270000"/>
                </a:lnTo>
                <a:cubicBezTo>
                  <a:pt x="14227" y="1270000"/>
                  <a:pt x="0" y="1255773"/>
                  <a:pt x="0" y="1238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59" name="Shape 57"/>
          <p:cNvSpPr/>
          <p:nvPr/>
        </p:nvSpPr>
        <p:spPr>
          <a:xfrm>
            <a:off x="6350000" y="2762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461125" y="287337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128984"/>
                </a:moveTo>
                <a:lnTo>
                  <a:pt x="0" y="37207"/>
                </a:lnTo>
                <a:cubicBezTo>
                  <a:pt x="0" y="33083"/>
                  <a:pt x="3318" y="29766"/>
                  <a:pt x="7441" y="29766"/>
                </a:cubicBezTo>
                <a:cubicBezTo>
                  <a:pt x="11565" y="29766"/>
                  <a:pt x="14883" y="33083"/>
                  <a:pt x="14883" y="37207"/>
                </a:cubicBezTo>
                <a:lnTo>
                  <a:pt x="14883" y="126504"/>
                </a:lnTo>
                <a:cubicBezTo>
                  <a:pt x="14883" y="130628"/>
                  <a:pt x="18200" y="133945"/>
                  <a:pt x="22324" y="133945"/>
                </a:cubicBezTo>
                <a:cubicBezTo>
                  <a:pt x="26448" y="133945"/>
                  <a:pt x="29766" y="130628"/>
                  <a:pt x="29766" y="126504"/>
                </a:cubicBezTo>
                <a:lnTo>
                  <a:pt x="29766" y="29766"/>
                </a:lnTo>
                <a:cubicBezTo>
                  <a:pt x="29766" y="18821"/>
                  <a:pt x="38664" y="9922"/>
                  <a:pt x="49609" y="9922"/>
                </a:cubicBezTo>
                <a:lnTo>
                  <a:pt x="138906" y="9922"/>
                </a:lnTo>
                <a:cubicBezTo>
                  <a:pt x="149851" y="9922"/>
                  <a:pt x="158750" y="18821"/>
                  <a:pt x="158750" y="29766"/>
                </a:cubicBezTo>
                <a:lnTo>
                  <a:pt x="158750" y="128984"/>
                </a:lnTo>
                <a:cubicBezTo>
                  <a:pt x="158750" y="139929"/>
                  <a:pt x="149851" y="148828"/>
                  <a:pt x="138906" y="148828"/>
                </a:cubicBezTo>
                <a:lnTo>
                  <a:pt x="19844" y="148828"/>
                </a:lnTo>
                <a:cubicBezTo>
                  <a:pt x="8899" y="148828"/>
                  <a:pt x="0" y="139929"/>
                  <a:pt x="0" y="128984"/>
                </a:cubicBezTo>
                <a:close/>
                <a:moveTo>
                  <a:pt x="49609" y="39688"/>
                </a:moveTo>
                <a:lnTo>
                  <a:pt x="49609" y="59531"/>
                </a:lnTo>
                <a:cubicBezTo>
                  <a:pt x="49609" y="65019"/>
                  <a:pt x="54043" y="69453"/>
                  <a:pt x="59531" y="69453"/>
                </a:cubicBezTo>
                <a:lnTo>
                  <a:pt x="79375" y="69453"/>
                </a:lnTo>
                <a:cubicBezTo>
                  <a:pt x="84863" y="69453"/>
                  <a:pt x="89297" y="65019"/>
                  <a:pt x="89297" y="59531"/>
                </a:cubicBezTo>
                <a:lnTo>
                  <a:pt x="89297" y="39688"/>
                </a:lnTo>
                <a:cubicBezTo>
                  <a:pt x="89297" y="34199"/>
                  <a:pt x="84863" y="29766"/>
                  <a:pt x="79375" y="29766"/>
                </a:cubicBezTo>
                <a:lnTo>
                  <a:pt x="59531" y="29766"/>
                </a:lnTo>
                <a:cubicBezTo>
                  <a:pt x="54043" y="29766"/>
                  <a:pt x="49609" y="34199"/>
                  <a:pt x="49609" y="39688"/>
                </a:cubicBezTo>
                <a:close/>
                <a:moveTo>
                  <a:pt x="57051" y="114102"/>
                </a:moveTo>
                <a:cubicBezTo>
                  <a:pt x="52927" y="114102"/>
                  <a:pt x="49609" y="117419"/>
                  <a:pt x="49609" y="121543"/>
                </a:cubicBezTo>
                <a:cubicBezTo>
                  <a:pt x="49609" y="125667"/>
                  <a:pt x="52927" y="128984"/>
                  <a:pt x="57051" y="128984"/>
                </a:cubicBezTo>
                <a:lnTo>
                  <a:pt x="131465" y="128984"/>
                </a:lnTo>
                <a:cubicBezTo>
                  <a:pt x="135589" y="128984"/>
                  <a:pt x="138906" y="125667"/>
                  <a:pt x="138906" y="121543"/>
                </a:cubicBezTo>
                <a:cubicBezTo>
                  <a:pt x="138906" y="117419"/>
                  <a:pt x="135589" y="114102"/>
                  <a:pt x="131465" y="114102"/>
                </a:cubicBezTo>
                <a:lnTo>
                  <a:pt x="57051" y="114102"/>
                </a:lnTo>
                <a:close/>
                <a:moveTo>
                  <a:pt x="49609" y="91777"/>
                </a:moveTo>
                <a:cubicBezTo>
                  <a:pt x="49609" y="95901"/>
                  <a:pt x="52927" y="99219"/>
                  <a:pt x="57051" y="99219"/>
                </a:cubicBezTo>
                <a:lnTo>
                  <a:pt x="131465" y="99219"/>
                </a:lnTo>
                <a:cubicBezTo>
                  <a:pt x="135589" y="99219"/>
                  <a:pt x="138906" y="95901"/>
                  <a:pt x="138906" y="91777"/>
                </a:cubicBezTo>
                <a:cubicBezTo>
                  <a:pt x="138906" y="87654"/>
                  <a:pt x="135589" y="84336"/>
                  <a:pt x="131465" y="84336"/>
                </a:cubicBezTo>
                <a:lnTo>
                  <a:pt x="57051" y="84336"/>
                </a:lnTo>
                <a:cubicBezTo>
                  <a:pt x="52927" y="84336"/>
                  <a:pt x="49609" y="87654"/>
                  <a:pt x="49609" y="91777"/>
                </a:cubicBezTo>
                <a:close/>
                <a:moveTo>
                  <a:pt x="111621" y="54570"/>
                </a:moveTo>
                <a:cubicBezTo>
                  <a:pt x="107497" y="54570"/>
                  <a:pt x="104180" y="57888"/>
                  <a:pt x="104180" y="62012"/>
                </a:cubicBezTo>
                <a:cubicBezTo>
                  <a:pt x="104180" y="66135"/>
                  <a:pt x="107497" y="69453"/>
                  <a:pt x="111621" y="69453"/>
                </a:cubicBezTo>
                <a:lnTo>
                  <a:pt x="131465" y="69453"/>
                </a:lnTo>
                <a:cubicBezTo>
                  <a:pt x="135589" y="69453"/>
                  <a:pt x="138906" y="66135"/>
                  <a:pt x="138906" y="62012"/>
                </a:cubicBezTo>
                <a:cubicBezTo>
                  <a:pt x="138906" y="57888"/>
                  <a:pt x="135589" y="54570"/>
                  <a:pt x="131465" y="54570"/>
                </a:cubicBezTo>
                <a:lnTo>
                  <a:pt x="111621" y="5457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61" name="Text 59"/>
          <p:cNvSpPr/>
          <p:nvPr/>
        </p:nvSpPr>
        <p:spPr>
          <a:xfrm>
            <a:off x="6858000" y="2762250"/>
            <a:ext cx="4968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Journalism Fact-Checking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858000" y="3048000"/>
            <a:ext cx="4953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News organization integration for content verification workflows, enabling journalists to authenticate user-generated content and combat misinformation.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858000" y="3556000"/>
            <a:ext cx="777875" cy="222250"/>
          </a:xfrm>
          <a:custGeom>
            <a:avLst/>
            <a:gdLst/>
            <a:ahLst/>
            <a:cxnLst/>
            <a:rect l="l" t="t" r="r" b="b"/>
            <a:pathLst>
              <a:path w="777875" h="222250">
                <a:moveTo>
                  <a:pt x="111125" y="0"/>
                </a:moveTo>
                <a:lnTo>
                  <a:pt x="666750" y="0"/>
                </a:lnTo>
                <a:cubicBezTo>
                  <a:pt x="728082" y="0"/>
                  <a:pt x="777875" y="49793"/>
                  <a:pt x="777875" y="111125"/>
                </a:cubicBezTo>
                <a:lnTo>
                  <a:pt x="777875" y="111125"/>
                </a:lnTo>
                <a:cubicBezTo>
                  <a:pt x="777875" y="172457"/>
                  <a:pt x="728082" y="222250"/>
                  <a:pt x="66675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6858000" y="3556000"/>
            <a:ext cx="83343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Newsrooms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7696895" y="3556000"/>
            <a:ext cx="889000" cy="222250"/>
          </a:xfrm>
          <a:custGeom>
            <a:avLst/>
            <a:gdLst/>
            <a:ahLst/>
            <a:cxnLst/>
            <a:rect l="l" t="t" r="r" b="b"/>
            <a:pathLst>
              <a:path w="889000" h="222250">
                <a:moveTo>
                  <a:pt x="111125" y="0"/>
                </a:moveTo>
                <a:lnTo>
                  <a:pt x="777875" y="0"/>
                </a:lnTo>
                <a:cubicBezTo>
                  <a:pt x="839207" y="0"/>
                  <a:pt x="889000" y="49793"/>
                  <a:pt x="889000" y="111125"/>
                </a:cubicBezTo>
                <a:lnTo>
                  <a:pt x="889000" y="111125"/>
                </a:lnTo>
                <a:cubicBezTo>
                  <a:pt x="889000" y="172457"/>
                  <a:pt x="839207" y="222250"/>
                  <a:pt x="777875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7696895" y="3556000"/>
            <a:ext cx="944563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Fact-Checkers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647658" y="3556000"/>
            <a:ext cx="984250" cy="222250"/>
          </a:xfrm>
          <a:custGeom>
            <a:avLst/>
            <a:gdLst/>
            <a:ahLst/>
            <a:cxnLst/>
            <a:rect l="l" t="t" r="r" b="b"/>
            <a:pathLst>
              <a:path w="984250" h="222250">
                <a:moveTo>
                  <a:pt x="111125" y="0"/>
                </a:moveTo>
                <a:lnTo>
                  <a:pt x="873125" y="0"/>
                </a:lnTo>
                <a:cubicBezTo>
                  <a:pt x="934457" y="0"/>
                  <a:pt x="984250" y="49793"/>
                  <a:pt x="984250" y="111125"/>
                </a:cubicBezTo>
                <a:lnTo>
                  <a:pt x="984250" y="111125"/>
                </a:lnTo>
                <a:cubicBezTo>
                  <a:pt x="984250" y="172457"/>
                  <a:pt x="934457" y="222250"/>
                  <a:pt x="873125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8647658" y="3556000"/>
            <a:ext cx="1039812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UGC Verification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195219" y="4036219"/>
            <a:ext cx="5675313" cy="3508375"/>
          </a:xfrm>
          <a:custGeom>
            <a:avLst/>
            <a:gdLst/>
            <a:ahLst/>
            <a:cxnLst/>
            <a:rect l="l" t="t" r="r" b="b"/>
            <a:pathLst>
              <a:path w="5675313" h="3508375">
                <a:moveTo>
                  <a:pt x="63502" y="0"/>
                </a:moveTo>
                <a:lnTo>
                  <a:pt x="5611811" y="0"/>
                </a:lnTo>
                <a:cubicBezTo>
                  <a:pt x="5646882" y="0"/>
                  <a:pt x="5675313" y="28431"/>
                  <a:pt x="5675313" y="63502"/>
                </a:cubicBezTo>
                <a:lnTo>
                  <a:pt x="5675313" y="3444873"/>
                </a:lnTo>
                <a:cubicBezTo>
                  <a:pt x="5675313" y="3479944"/>
                  <a:pt x="5646882" y="3508375"/>
                  <a:pt x="5611811" y="3508375"/>
                </a:cubicBezTo>
                <a:lnTo>
                  <a:pt x="63502" y="3508375"/>
                </a:lnTo>
                <a:cubicBezTo>
                  <a:pt x="28431" y="3508375"/>
                  <a:pt x="0" y="3479944"/>
                  <a:pt x="0" y="3444873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50196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365875" y="4198938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19844" y="0"/>
                </a:moveTo>
                <a:cubicBezTo>
                  <a:pt x="8899" y="0"/>
                  <a:pt x="0" y="8899"/>
                  <a:pt x="0" y="19844"/>
                </a:cubicBezTo>
                <a:lnTo>
                  <a:pt x="0" y="138906"/>
                </a:lnTo>
                <a:cubicBezTo>
                  <a:pt x="0" y="149851"/>
                  <a:pt x="8899" y="158750"/>
                  <a:pt x="19844" y="158750"/>
                </a:cubicBezTo>
                <a:lnTo>
                  <a:pt x="99219" y="158750"/>
                </a:lnTo>
                <a:cubicBezTo>
                  <a:pt x="110164" y="158750"/>
                  <a:pt x="119062" y="149851"/>
                  <a:pt x="119062" y="138906"/>
                </a:cubicBezTo>
                <a:lnTo>
                  <a:pt x="119062" y="19844"/>
                </a:lnTo>
                <a:cubicBezTo>
                  <a:pt x="119062" y="8899"/>
                  <a:pt x="110164" y="0"/>
                  <a:pt x="99219" y="0"/>
                </a:cubicBezTo>
                <a:lnTo>
                  <a:pt x="19844" y="0"/>
                </a:lnTo>
                <a:close/>
                <a:moveTo>
                  <a:pt x="54570" y="109141"/>
                </a:moveTo>
                <a:lnTo>
                  <a:pt x="64492" y="109141"/>
                </a:lnTo>
                <a:cubicBezTo>
                  <a:pt x="69980" y="109141"/>
                  <a:pt x="74414" y="113574"/>
                  <a:pt x="74414" y="119062"/>
                </a:cubicBezTo>
                <a:lnTo>
                  <a:pt x="74414" y="143867"/>
                </a:lnTo>
                <a:lnTo>
                  <a:pt x="44648" y="143867"/>
                </a:lnTo>
                <a:lnTo>
                  <a:pt x="44648" y="119062"/>
                </a:lnTo>
                <a:cubicBezTo>
                  <a:pt x="44648" y="113574"/>
                  <a:pt x="49082" y="109141"/>
                  <a:pt x="54570" y="109141"/>
                </a:cubicBezTo>
                <a:close/>
                <a:moveTo>
                  <a:pt x="29766" y="34727"/>
                </a:moveTo>
                <a:cubicBezTo>
                  <a:pt x="29766" y="31998"/>
                  <a:pt x="31998" y="29766"/>
                  <a:pt x="34727" y="29766"/>
                </a:cubicBezTo>
                <a:lnTo>
                  <a:pt x="44648" y="29766"/>
                </a:lnTo>
                <a:cubicBezTo>
                  <a:pt x="47377" y="29766"/>
                  <a:pt x="49609" y="31998"/>
                  <a:pt x="49609" y="34727"/>
                </a:cubicBezTo>
                <a:lnTo>
                  <a:pt x="49609" y="44648"/>
                </a:lnTo>
                <a:cubicBezTo>
                  <a:pt x="49609" y="47377"/>
                  <a:pt x="47377" y="49609"/>
                  <a:pt x="44648" y="49609"/>
                </a:cubicBezTo>
                <a:lnTo>
                  <a:pt x="34727" y="49609"/>
                </a:lnTo>
                <a:cubicBezTo>
                  <a:pt x="31998" y="49609"/>
                  <a:pt x="29766" y="47377"/>
                  <a:pt x="29766" y="44648"/>
                </a:cubicBezTo>
                <a:lnTo>
                  <a:pt x="29766" y="34727"/>
                </a:lnTo>
                <a:close/>
                <a:moveTo>
                  <a:pt x="74414" y="29766"/>
                </a:moveTo>
                <a:lnTo>
                  <a:pt x="84336" y="29766"/>
                </a:lnTo>
                <a:cubicBezTo>
                  <a:pt x="87064" y="29766"/>
                  <a:pt x="89297" y="31998"/>
                  <a:pt x="89297" y="34727"/>
                </a:cubicBezTo>
                <a:lnTo>
                  <a:pt x="89297" y="44648"/>
                </a:lnTo>
                <a:cubicBezTo>
                  <a:pt x="89297" y="47377"/>
                  <a:pt x="87064" y="49609"/>
                  <a:pt x="84336" y="49609"/>
                </a:cubicBezTo>
                <a:lnTo>
                  <a:pt x="74414" y="49609"/>
                </a:lnTo>
                <a:cubicBezTo>
                  <a:pt x="71686" y="49609"/>
                  <a:pt x="69453" y="47377"/>
                  <a:pt x="69453" y="44648"/>
                </a:cubicBezTo>
                <a:lnTo>
                  <a:pt x="69453" y="34727"/>
                </a:lnTo>
                <a:cubicBezTo>
                  <a:pt x="69453" y="31998"/>
                  <a:pt x="71686" y="29766"/>
                  <a:pt x="74414" y="29766"/>
                </a:cubicBezTo>
                <a:close/>
                <a:moveTo>
                  <a:pt x="29766" y="74414"/>
                </a:moveTo>
                <a:cubicBezTo>
                  <a:pt x="29766" y="71686"/>
                  <a:pt x="31998" y="69453"/>
                  <a:pt x="34727" y="69453"/>
                </a:cubicBezTo>
                <a:lnTo>
                  <a:pt x="44648" y="69453"/>
                </a:lnTo>
                <a:cubicBezTo>
                  <a:pt x="47377" y="69453"/>
                  <a:pt x="49609" y="71686"/>
                  <a:pt x="49609" y="74414"/>
                </a:cubicBezTo>
                <a:lnTo>
                  <a:pt x="49609" y="84336"/>
                </a:lnTo>
                <a:cubicBezTo>
                  <a:pt x="49609" y="87064"/>
                  <a:pt x="47377" y="89297"/>
                  <a:pt x="44648" y="89297"/>
                </a:cubicBezTo>
                <a:lnTo>
                  <a:pt x="34727" y="89297"/>
                </a:lnTo>
                <a:cubicBezTo>
                  <a:pt x="31998" y="89297"/>
                  <a:pt x="29766" y="87064"/>
                  <a:pt x="29766" y="84336"/>
                </a:cubicBezTo>
                <a:lnTo>
                  <a:pt x="29766" y="74414"/>
                </a:lnTo>
                <a:close/>
                <a:moveTo>
                  <a:pt x="74414" y="69453"/>
                </a:moveTo>
                <a:lnTo>
                  <a:pt x="84336" y="69453"/>
                </a:lnTo>
                <a:cubicBezTo>
                  <a:pt x="87064" y="69453"/>
                  <a:pt x="89297" y="71686"/>
                  <a:pt x="89297" y="74414"/>
                </a:cubicBezTo>
                <a:lnTo>
                  <a:pt x="89297" y="84336"/>
                </a:lnTo>
                <a:cubicBezTo>
                  <a:pt x="89297" y="87064"/>
                  <a:pt x="87064" y="89297"/>
                  <a:pt x="84336" y="89297"/>
                </a:cubicBezTo>
                <a:lnTo>
                  <a:pt x="74414" y="89297"/>
                </a:lnTo>
                <a:cubicBezTo>
                  <a:pt x="71686" y="89297"/>
                  <a:pt x="69453" y="87064"/>
                  <a:pt x="69453" y="84336"/>
                </a:cubicBezTo>
                <a:lnTo>
                  <a:pt x="69453" y="74414"/>
                </a:lnTo>
                <a:cubicBezTo>
                  <a:pt x="69453" y="71686"/>
                  <a:pt x="71686" y="69453"/>
                  <a:pt x="74414" y="6945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71" name="Text 69"/>
          <p:cNvSpPr/>
          <p:nvPr/>
        </p:nvSpPr>
        <p:spPr>
          <a:xfrm>
            <a:off x="6524625" y="4167188"/>
            <a:ext cx="5294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 Applications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326188" y="4516438"/>
            <a:ext cx="5413375" cy="571500"/>
          </a:xfrm>
          <a:custGeom>
            <a:avLst/>
            <a:gdLst/>
            <a:ahLst/>
            <a:cxnLst/>
            <a:rect l="l" t="t" r="r" b="b"/>
            <a:pathLst>
              <a:path w="5413375" h="571500">
                <a:moveTo>
                  <a:pt x="31753" y="0"/>
                </a:moveTo>
                <a:lnTo>
                  <a:pt x="5381622" y="0"/>
                </a:lnTo>
                <a:cubicBezTo>
                  <a:pt x="5399159" y="0"/>
                  <a:pt x="5413375" y="14216"/>
                  <a:pt x="5413375" y="31753"/>
                </a:cubicBezTo>
                <a:lnTo>
                  <a:pt x="5413375" y="539747"/>
                </a:lnTo>
                <a:cubicBezTo>
                  <a:pt x="5413375" y="557284"/>
                  <a:pt x="5399159" y="571500"/>
                  <a:pt x="5381622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6421438" y="4611688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Corporate Security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421438" y="4833938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Identity verification and access control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326188" y="5183188"/>
            <a:ext cx="5413375" cy="571500"/>
          </a:xfrm>
          <a:custGeom>
            <a:avLst/>
            <a:gdLst/>
            <a:ahLst/>
            <a:cxnLst/>
            <a:rect l="l" t="t" r="r" b="b"/>
            <a:pathLst>
              <a:path w="5413375" h="571500">
                <a:moveTo>
                  <a:pt x="31753" y="0"/>
                </a:moveTo>
                <a:lnTo>
                  <a:pt x="5381622" y="0"/>
                </a:lnTo>
                <a:cubicBezTo>
                  <a:pt x="5399159" y="0"/>
                  <a:pt x="5413375" y="14216"/>
                  <a:pt x="5413375" y="31753"/>
                </a:cubicBezTo>
                <a:lnTo>
                  <a:pt x="5413375" y="539747"/>
                </a:lnTo>
                <a:cubicBezTo>
                  <a:pt x="5413375" y="557284"/>
                  <a:pt x="5399159" y="571500"/>
                  <a:pt x="5381622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6421438" y="5278438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Government Agencies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6421438" y="5500688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National security and intelligence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6326188" y="5849938"/>
            <a:ext cx="5413375" cy="571500"/>
          </a:xfrm>
          <a:custGeom>
            <a:avLst/>
            <a:gdLst/>
            <a:ahLst/>
            <a:cxnLst/>
            <a:rect l="l" t="t" r="r" b="b"/>
            <a:pathLst>
              <a:path w="5413375" h="571500">
                <a:moveTo>
                  <a:pt x="31753" y="0"/>
                </a:moveTo>
                <a:lnTo>
                  <a:pt x="5381622" y="0"/>
                </a:lnTo>
                <a:cubicBezTo>
                  <a:pt x="5399159" y="0"/>
                  <a:pt x="5413375" y="14216"/>
                  <a:pt x="5413375" y="31753"/>
                </a:cubicBezTo>
                <a:lnTo>
                  <a:pt x="5413375" y="539747"/>
                </a:lnTo>
                <a:cubicBezTo>
                  <a:pt x="5413375" y="557284"/>
                  <a:pt x="5399159" y="571500"/>
                  <a:pt x="5381622" y="571500"/>
                </a:cubicBezTo>
                <a:lnTo>
                  <a:pt x="31753" y="571500"/>
                </a:lnTo>
                <a:cubicBezTo>
                  <a:pt x="14216" y="571500"/>
                  <a:pt x="0" y="557284"/>
                  <a:pt x="0" y="53974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6421438" y="5945188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Insurance Companies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6421438" y="6167438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Claim verification and fraud detection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799" y="333799"/>
            <a:ext cx="333799" cy="333799"/>
          </a:xfrm>
          <a:custGeom>
            <a:avLst/>
            <a:gdLst/>
            <a:ahLst/>
            <a:cxnLst/>
            <a:rect l="l" t="t" r="r" b="b"/>
            <a:pathLst>
              <a:path w="333799" h="333799">
                <a:moveTo>
                  <a:pt x="66760" y="0"/>
                </a:moveTo>
                <a:lnTo>
                  <a:pt x="267039" y="0"/>
                </a:lnTo>
                <a:cubicBezTo>
                  <a:pt x="303885" y="0"/>
                  <a:pt x="333799" y="29914"/>
                  <a:pt x="333799" y="66760"/>
                </a:cubicBezTo>
                <a:lnTo>
                  <a:pt x="333799" y="267039"/>
                </a:lnTo>
                <a:cubicBezTo>
                  <a:pt x="333799" y="303885"/>
                  <a:pt x="303885" y="333799"/>
                  <a:pt x="267039" y="333799"/>
                </a:cubicBezTo>
                <a:lnTo>
                  <a:pt x="66760" y="333799"/>
                </a:lnTo>
                <a:cubicBezTo>
                  <a:pt x="29914" y="333799"/>
                  <a:pt x="0" y="303885"/>
                  <a:pt x="0" y="267039"/>
                </a:cubicBezTo>
                <a:lnTo>
                  <a:pt x="0" y="66760"/>
                </a:lnTo>
                <a:cubicBezTo>
                  <a:pt x="0" y="29914"/>
                  <a:pt x="29914" y="0"/>
                  <a:pt x="6676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27680" y="425593"/>
            <a:ext cx="150209" cy="150209"/>
          </a:xfrm>
          <a:custGeom>
            <a:avLst/>
            <a:gdLst/>
            <a:ahLst/>
            <a:cxnLst/>
            <a:rect l="l" t="t" r="r" b="b"/>
            <a:pathLst>
              <a:path w="150209" h="150209">
                <a:moveTo>
                  <a:pt x="37552" y="93881"/>
                </a:moveTo>
                <a:lnTo>
                  <a:pt x="7188" y="93881"/>
                </a:lnTo>
                <a:cubicBezTo>
                  <a:pt x="-117" y="93881"/>
                  <a:pt x="-4606" y="85930"/>
                  <a:pt x="-851" y="79652"/>
                </a:cubicBezTo>
                <a:lnTo>
                  <a:pt x="14669" y="53776"/>
                </a:lnTo>
                <a:cubicBezTo>
                  <a:pt x="17221" y="49522"/>
                  <a:pt x="21798" y="46940"/>
                  <a:pt x="26756" y="46940"/>
                </a:cubicBezTo>
                <a:lnTo>
                  <a:pt x="54627" y="46940"/>
                </a:lnTo>
                <a:cubicBezTo>
                  <a:pt x="76953" y="9124"/>
                  <a:pt x="110251" y="7217"/>
                  <a:pt x="132519" y="10474"/>
                </a:cubicBezTo>
                <a:cubicBezTo>
                  <a:pt x="136274" y="11031"/>
                  <a:pt x="139208" y="13965"/>
                  <a:pt x="139736" y="17691"/>
                </a:cubicBezTo>
                <a:cubicBezTo>
                  <a:pt x="142992" y="39958"/>
                  <a:pt x="141085" y="73256"/>
                  <a:pt x="103269" y="95582"/>
                </a:cubicBezTo>
                <a:lnTo>
                  <a:pt x="103269" y="123453"/>
                </a:lnTo>
                <a:cubicBezTo>
                  <a:pt x="103269" y="128411"/>
                  <a:pt x="100687" y="132988"/>
                  <a:pt x="96433" y="135541"/>
                </a:cubicBezTo>
                <a:lnTo>
                  <a:pt x="70557" y="151060"/>
                </a:lnTo>
                <a:cubicBezTo>
                  <a:pt x="64308" y="154815"/>
                  <a:pt x="56329" y="150297"/>
                  <a:pt x="56329" y="143022"/>
                </a:cubicBezTo>
                <a:lnTo>
                  <a:pt x="56329" y="112657"/>
                </a:lnTo>
                <a:cubicBezTo>
                  <a:pt x="56329" y="102301"/>
                  <a:pt x="47909" y="93881"/>
                  <a:pt x="37552" y="93881"/>
                </a:cubicBezTo>
                <a:lnTo>
                  <a:pt x="37523" y="93881"/>
                </a:lnTo>
                <a:close/>
                <a:moveTo>
                  <a:pt x="117351" y="46940"/>
                </a:moveTo>
                <a:cubicBezTo>
                  <a:pt x="117351" y="39168"/>
                  <a:pt x="111041" y="32858"/>
                  <a:pt x="103269" y="32858"/>
                </a:cubicBezTo>
                <a:cubicBezTo>
                  <a:pt x="95497" y="32858"/>
                  <a:pt x="89187" y="39168"/>
                  <a:pt x="89187" y="46940"/>
                </a:cubicBezTo>
                <a:cubicBezTo>
                  <a:pt x="89187" y="54713"/>
                  <a:pt x="95497" y="61023"/>
                  <a:pt x="103269" y="61023"/>
                </a:cubicBezTo>
                <a:cubicBezTo>
                  <a:pt x="111041" y="61023"/>
                  <a:pt x="117351" y="54713"/>
                  <a:pt x="117351" y="4694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" name="Text 2"/>
          <p:cNvSpPr/>
          <p:nvPr/>
        </p:nvSpPr>
        <p:spPr>
          <a:xfrm>
            <a:off x="767737" y="400559"/>
            <a:ext cx="742702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b="1" spc="53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ROADMAP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33799" y="734357"/>
            <a:ext cx="11674612" cy="333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66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3799" y="1134916"/>
            <a:ext cx="667598" cy="33380"/>
          </a:xfrm>
          <a:custGeom>
            <a:avLst/>
            <a:gdLst/>
            <a:ahLst/>
            <a:cxnLst/>
            <a:rect l="l" t="t" r="r" b="b"/>
            <a:pathLst>
              <a:path w="667598" h="33380">
                <a:moveTo>
                  <a:pt x="0" y="0"/>
                </a:moveTo>
                <a:lnTo>
                  <a:pt x="667598" y="0"/>
                </a:lnTo>
                <a:lnTo>
                  <a:pt x="667598" y="33380"/>
                </a:lnTo>
                <a:lnTo>
                  <a:pt x="0" y="3338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7" name="Shape 5"/>
          <p:cNvSpPr/>
          <p:nvPr/>
        </p:nvSpPr>
        <p:spPr>
          <a:xfrm>
            <a:off x="350489" y="1301815"/>
            <a:ext cx="5649544" cy="1001396"/>
          </a:xfrm>
          <a:custGeom>
            <a:avLst/>
            <a:gdLst/>
            <a:ahLst/>
            <a:cxnLst/>
            <a:rect l="l" t="t" r="r" b="b"/>
            <a:pathLst>
              <a:path w="5649544" h="1001396">
                <a:moveTo>
                  <a:pt x="33380" y="0"/>
                </a:moveTo>
                <a:lnTo>
                  <a:pt x="5582781" y="0"/>
                </a:lnTo>
                <a:cubicBezTo>
                  <a:pt x="5619653" y="0"/>
                  <a:pt x="5649544" y="29891"/>
                  <a:pt x="5649544" y="66763"/>
                </a:cubicBezTo>
                <a:lnTo>
                  <a:pt x="5649544" y="934633"/>
                </a:lnTo>
                <a:cubicBezTo>
                  <a:pt x="5649544" y="971505"/>
                  <a:pt x="5619653" y="1001396"/>
                  <a:pt x="5582781" y="1001396"/>
                </a:cubicBezTo>
                <a:lnTo>
                  <a:pt x="33380" y="1001396"/>
                </a:lnTo>
                <a:cubicBezTo>
                  <a:pt x="14945" y="1001396"/>
                  <a:pt x="0" y="986452"/>
                  <a:pt x="0" y="968016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50489" y="1301815"/>
            <a:ext cx="33380" cy="1001396"/>
          </a:xfrm>
          <a:custGeom>
            <a:avLst/>
            <a:gdLst/>
            <a:ahLst/>
            <a:cxnLst/>
            <a:rect l="l" t="t" r="r" b="b"/>
            <a:pathLst>
              <a:path w="33380" h="1001396">
                <a:moveTo>
                  <a:pt x="33380" y="0"/>
                </a:moveTo>
                <a:lnTo>
                  <a:pt x="33380" y="0"/>
                </a:lnTo>
                <a:lnTo>
                  <a:pt x="33380" y="1001396"/>
                </a:lnTo>
                <a:lnTo>
                  <a:pt x="33380" y="1001396"/>
                </a:lnTo>
                <a:cubicBezTo>
                  <a:pt x="14945" y="1001396"/>
                  <a:pt x="0" y="986452"/>
                  <a:pt x="0" y="968016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9" name="Shape 7"/>
          <p:cNvSpPr/>
          <p:nvPr/>
        </p:nvSpPr>
        <p:spPr>
          <a:xfrm>
            <a:off x="500698" y="1435335"/>
            <a:ext cx="400559" cy="400559"/>
          </a:xfrm>
          <a:custGeom>
            <a:avLst/>
            <a:gdLst/>
            <a:ahLst/>
            <a:cxnLst/>
            <a:rect l="l" t="t" r="r" b="b"/>
            <a:pathLst>
              <a:path w="400559" h="400559">
                <a:moveTo>
                  <a:pt x="200279" y="0"/>
                </a:moveTo>
                <a:lnTo>
                  <a:pt x="200279" y="0"/>
                </a:lnTo>
                <a:cubicBezTo>
                  <a:pt x="310890" y="0"/>
                  <a:pt x="400559" y="89668"/>
                  <a:pt x="400559" y="200279"/>
                </a:cubicBezTo>
                <a:lnTo>
                  <a:pt x="400559" y="200279"/>
                </a:lnTo>
                <a:cubicBezTo>
                  <a:pt x="400559" y="310890"/>
                  <a:pt x="310890" y="400559"/>
                  <a:pt x="200279" y="400559"/>
                </a:cubicBezTo>
                <a:lnTo>
                  <a:pt x="200279" y="400559"/>
                </a:lnTo>
                <a:cubicBezTo>
                  <a:pt x="89668" y="400559"/>
                  <a:pt x="0" y="310890"/>
                  <a:pt x="0" y="200279"/>
                </a:cubicBezTo>
                <a:lnTo>
                  <a:pt x="0" y="200279"/>
                </a:lnTo>
                <a:cubicBezTo>
                  <a:pt x="0" y="89668"/>
                  <a:pt x="89668" y="0"/>
                  <a:pt x="200279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96665" y="1552164"/>
            <a:ext cx="208624" cy="166899"/>
          </a:xfrm>
          <a:custGeom>
            <a:avLst/>
            <a:gdLst/>
            <a:ahLst/>
            <a:cxnLst/>
            <a:rect l="l" t="t" r="r" b="b"/>
            <a:pathLst>
              <a:path w="208624" h="166899">
                <a:moveTo>
                  <a:pt x="173940" y="10594"/>
                </a:moveTo>
                <a:cubicBezTo>
                  <a:pt x="170583" y="7856"/>
                  <a:pt x="165661" y="8378"/>
                  <a:pt x="162922" y="11735"/>
                </a:cubicBezTo>
                <a:cubicBezTo>
                  <a:pt x="160184" y="15093"/>
                  <a:pt x="160706" y="20015"/>
                  <a:pt x="164063" y="22753"/>
                </a:cubicBezTo>
                <a:cubicBezTo>
                  <a:pt x="181731" y="37096"/>
                  <a:pt x="192977" y="58936"/>
                  <a:pt x="192977" y="83450"/>
                </a:cubicBezTo>
                <a:cubicBezTo>
                  <a:pt x="192977" y="107963"/>
                  <a:pt x="181731" y="129803"/>
                  <a:pt x="164063" y="144179"/>
                </a:cubicBezTo>
                <a:cubicBezTo>
                  <a:pt x="160706" y="146917"/>
                  <a:pt x="160217" y="151839"/>
                  <a:pt x="162922" y="155197"/>
                </a:cubicBezTo>
                <a:cubicBezTo>
                  <a:pt x="165628" y="158554"/>
                  <a:pt x="170583" y="159043"/>
                  <a:pt x="173940" y="156338"/>
                </a:cubicBezTo>
                <a:cubicBezTo>
                  <a:pt x="195096" y="139094"/>
                  <a:pt x="208624" y="112853"/>
                  <a:pt x="208624" y="83450"/>
                </a:cubicBezTo>
                <a:cubicBezTo>
                  <a:pt x="208624" y="54047"/>
                  <a:pt x="195096" y="27773"/>
                  <a:pt x="173940" y="10594"/>
                </a:cubicBezTo>
                <a:close/>
                <a:moveTo>
                  <a:pt x="154219" y="34879"/>
                </a:moveTo>
                <a:cubicBezTo>
                  <a:pt x="150861" y="32141"/>
                  <a:pt x="145939" y="32663"/>
                  <a:pt x="143201" y="36020"/>
                </a:cubicBezTo>
                <a:cubicBezTo>
                  <a:pt x="140463" y="39378"/>
                  <a:pt x="140984" y="44300"/>
                  <a:pt x="144342" y="47038"/>
                </a:cubicBezTo>
                <a:cubicBezTo>
                  <a:pt x="154936" y="55644"/>
                  <a:pt x="161684" y="68748"/>
                  <a:pt x="161684" y="83450"/>
                </a:cubicBezTo>
                <a:cubicBezTo>
                  <a:pt x="161684" y="98151"/>
                  <a:pt x="154936" y="111255"/>
                  <a:pt x="144342" y="119894"/>
                </a:cubicBezTo>
                <a:cubicBezTo>
                  <a:pt x="140984" y="122632"/>
                  <a:pt x="140495" y="127554"/>
                  <a:pt x="143201" y="130912"/>
                </a:cubicBezTo>
                <a:cubicBezTo>
                  <a:pt x="145907" y="134269"/>
                  <a:pt x="150861" y="134758"/>
                  <a:pt x="154219" y="132053"/>
                </a:cubicBezTo>
                <a:cubicBezTo>
                  <a:pt x="168301" y="120578"/>
                  <a:pt x="177331" y="103073"/>
                  <a:pt x="177331" y="83482"/>
                </a:cubicBezTo>
                <a:cubicBezTo>
                  <a:pt x="177331" y="63891"/>
                  <a:pt x="168301" y="46386"/>
                  <a:pt x="154219" y="34912"/>
                </a:cubicBezTo>
                <a:close/>
                <a:moveTo>
                  <a:pt x="134497" y="59165"/>
                </a:moveTo>
                <a:cubicBezTo>
                  <a:pt x="131140" y="56426"/>
                  <a:pt x="126218" y="56948"/>
                  <a:pt x="123479" y="60305"/>
                </a:cubicBezTo>
                <a:cubicBezTo>
                  <a:pt x="120741" y="63663"/>
                  <a:pt x="121263" y="68585"/>
                  <a:pt x="124620" y="71323"/>
                </a:cubicBezTo>
                <a:cubicBezTo>
                  <a:pt x="128141" y="74192"/>
                  <a:pt x="130390" y="78560"/>
                  <a:pt x="130390" y="83450"/>
                </a:cubicBezTo>
                <a:cubicBezTo>
                  <a:pt x="130390" y="88339"/>
                  <a:pt x="128141" y="92707"/>
                  <a:pt x="124620" y="95609"/>
                </a:cubicBezTo>
                <a:cubicBezTo>
                  <a:pt x="121263" y="98347"/>
                  <a:pt x="120774" y="103269"/>
                  <a:pt x="123479" y="106627"/>
                </a:cubicBezTo>
                <a:cubicBezTo>
                  <a:pt x="126185" y="109984"/>
                  <a:pt x="131140" y="110473"/>
                  <a:pt x="134497" y="107767"/>
                </a:cubicBezTo>
                <a:cubicBezTo>
                  <a:pt x="141506" y="101998"/>
                  <a:pt x="146037" y="93262"/>
                  <a:pt x="146037" y="83450"/>
                </a:cubicBezTo>
                <a:cubicBezTo>
                  <a:pt x="146037" y="73638"/>
                  <a:pt x="141506" y="64902"/>
                  <a:pt x="134497" y="59165"/>
                </a:cubicBezTo>
                <a:close/>
                <a:moveTo>
                  <a:pt x="26078" y="114743"/>
                </a:moveTo>
                <a:lnTo>
                  <a:pt x="41725" y="114743"/>
                </a:lnTo>
                <a:lnTo>
                  <a:pt x="85438" y="153600"/>
                </a:lnTo>
                <a:cubicBezTo>
                  <a:pt x="87524" y="155458"/>
                  <a:pt x="90197" y="156468"/>
                  <a:pt x="92968" y="156468"/>
                </a:cubicBezTo>
                <a:cubicBezTo>
                  <a:pt x="99227" y="156468"/>
                  <a:pt x="104312" y="151383"/>
                  <a:pt x="104312" y="145124"/>
                </a:cubicBezTo>
                <a:lnTo>
                  <a:pt x="104312" y="21775"/>
                </a:lnTo>
                <a:cubicBezTo>
                  <a:pt x="104312" y="15516"/>
                  <a:pt x="99227" y="10431"/>
                  <a:pt x="92968" y="10431"/>
                </a:cubicBezTo>
                <a:cubicBezTo>
                  <a:pt x="90197" y="10431"/>
                  <a:pt x="87524" y="11442"/>
                  <a:pt x="85438" y="13300"/>
                </a:cubicBezTo>
                <a:lnTo>
                  <a:pt x="41725" y="52156"/>
                </a:lnTo>
                <a:lnTo>
                  <a:pt x="26078" y="52156"/>
                </a:lnTo>
                <a:cubicBezTo>
                  <a:pt x="17440" y="52156"/>
                  <a:pt x="10431" y="59165"/>
                  <a:pt x="10431" y="67803"/>
                </a:cubicBezTo>
                <a:lnTo>
                  <a:pt x="10431" y="99097"/>
                </a:lnTo>
                <a:cubicBezTo>
                  <a:pt x="10431" y="107735"/>
                  <a:pt x="17440" y="114743"/>
                  <a:pt x="26078" y="11474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1" name="Text 9"/>
          <p:cNvSpPr/>
          <p:nvPr/>
        </p:nvSpPr>
        <p:spPr>
          <a:xfrm>
            <a:off x="1034776" y="1435335"/>
            <a:ext cx="4915187" cy="23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Multimodal Analysis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34776" y="1735754"/>
            <a:ext cx="4898497" cy="433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1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Incorporate audio-video synchronization detection and voice analysis to identify inconsistencies across multiple media modalities.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0489" y="2403351"/>
            <a:ext cx="5649544" cy="1001396"/>
          </a:xfrm>
          <a:custGeom>
            <a:avLst/>
            <a:gdLst/>
            <a:ahLst/>
            <a:cxnLst/>
            <a:rect l="l" t="t" r="r" b="b"/>
            <a:pathLst>
              <a:path w="5649544" h="1001396">
                <a:moveTo>
                  <a:pt x="33380" y="0"/>
                </a:moveTo>
                <a:lnTo>
                  <a:pt x="5582781" y="0"/>
                </a:lnTo>
                <a:cubicBezTo>
                  <a:pt x="5619653" y="0"/>
                  <a:pt x="5649544" y="29891"/>
                  <a:pt x="5649544" y="66763"/>
                </a:cubicBezTo>
                <a:lnTo>
                  <a:pt x="5649544" y="934633"/>
                </a:lnTo>
                <a:cubicBezTo>
                  <a:pt x="5649544" y="971505"/>
                  <a:pt x="5619653" y="1001396"/>
                  <a:pt x="5582781" y="1001396"/>
                </a:cubicBezTo>
                <a:lnTo>
                  <a:pt x="33380" y="1001396"/>
                </a:lnTo>
                <a:cubicBezTo>
                  <a:pt x="14945" y="1001396"/>
                  <a:pt x="0" y="986452"/>
                  <a:pt x="0" y="968016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50489" y="2403351"/>
            <a:ext cx="33380" cy="1001396"/>
          </a:xfrm>
          <a:custGeom>
            <a:avLst/>
            <a:gdLst/>
            <a:ahLst/>
            <a:cxnLst/>
            <a:rect l="l" t="t" r="r" b="b"/>
            <a:pathLst>
              <a:path w="33380" h="1001396">
                <a:moveTo>
                  <a:pt x="33380" y="0"/>
                </a:moveTo>
                <a:lnTo>
                  <a:pt x="33380" y="0"/>
                </a:lnTo>
                <a:lnTo>
                  <a:pt x="33380" y="1001396"/>
                </a:lnTo>
                <a:lnTo>
                  <a:pt x="33380" y="1001396"/>
                </a:lnTo>
                <a:cubicBezTo>
                  <a:pt x="14945" y="1001396"/>
                  <a:pt x="0" y="986452"/>
                  <a:pt x="0" y="968016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5" name="Shape 13"/>
          <p:cNvSpPr/>
          <p:nvPr/>
        </p:nvSpPr>
        <p:spPr>
          <a:xfrm>
            <a:off x="500698" y="2536871"/>
            <a:ext cx="400559" cy="400559"/>
          </a:xfrm>
          <a:custGeom>
            <a:avLst/>
            <a:gdLst/>
            <a:ahLst/>
            <a:cxnLst/>
            <a:rect l="l" t="t" r="r" b="b"/>
            <a:pathLst>
              <a:path w="400559" h="400559">
                <a:moveTo>
                  <a:pt x="200279" y="0"/>
                </a:moveTo>
                <a:lnTo>
                  <a:pt x="200279" y="0"/>
                </a:lnTo>
                <a:cubicBezTo>
                  <a:pt x="310890" y="0"/>
                  <a:pt x="400559" y="89668"/>
                  <a:pt x="400559" y="200279"/>
                </a:cubicBezTo>
                <a:lnTo>
                  <a:pt x="400559" y="200279"/>
                </a:lnTo>
                <a:cubicBezTo>
                  <a:pt x="400559" y="310890"/>
                  <a:pt x="310890" y="400559"/>
                  <a:pt x="200279" y="400559"/>
                </a:cubicBezTo>
                <a:lnTo>
                  <a:pt x="200279" y="400559"/>
                </a:lnTo>
                <a:cubicBezTo>
                  <a:pt x="89668" y="400559"/>
                  <a:pt x="0" y="310890"/>
                  <a:pt x="0" y="200279"/>
                </a:cubicBezTo>
                <a:lnTo>
                  <a:pt x="0" y="200279"/>
                </a:lnTo>
                <a:cubicBezTo>
                  <a:pt x="0" y="89668"/>
                  <a:pt x="89668" y="0"/>
                  <a:pt x="200279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17528" y="2653700"/>
            <a:ext cx="166899" cy="166899"/>
          </a:xfrm>
          <a:custGeom>
            <a:avLst/>
            <a:gdLst/>
            <a:ahLst/>
            <a:cxnLst/>
            <a:rect l="l" t="t" r="r" b="b"/>
            <a:pathLst>
              <a:path w="166899" h="166899">
                <a:moveTo>
                  <a:pt x="75789" y="1695"/>
                </a:moveTo>
                <a:cubicBezTo>
                  <a:pt x="80646" y="-554"/>
                  <a:pt x="86253" y="-554"/>
                  <a:pt x="91110" y="1695"/>
                </a:cubicBezTo>
                <a:lnTo>
                  <a:pt x="162368" y="34619"/>
                </a:lnTo>
                <a:cubicBezTo>
                  <a:pt x="165139" y="35890"/>
                  <a:pt x="166899" y="38661"/>
                  <a:pt x="166899" y="41725"/>
                </a:cubicBezTo>
                <a:cubicBezTo>
                  <a:pt x="166899" y="44789"/>
                  <a:pt x="165139" y="47560"/>
                  <a:pt x="162368" y="48831"/>
                </a:cubicBezTo>
                <a:lnTo>
                  <a:pt x="91110" y="81755"/>
                </a:lnTo>
                <a:cubicBezTo>
                  <a:pt x="86253" y="84004"/>
                  <a:pt x="80646" y="84004"/>
                  <a:pt x="75789" y="81755"/>
                </a:cubicBezTo>
                <a:lnTo>
                  <a:pt x="4531" y="48831"/>
                </a:lnTo>
                <a:cubicBezTo>
                  <a:pt x="1760" y="47527"/>
                  <a:pt x="0" y="44756"/>
                  <a:pt x="0" y="41725"/>
                </a:cubicBezTo>
                <a:cubicBezTo>
                  <a:pt x="0" y="38693"/>
                  <a:pt x="1760" y="35890"/>
                  <a:pt x="4531" y="34619"/>
                </a:cubicBezTo>
                <a:lnTo>
                  <a:pt x="75789" y="1695"/>
                </a:lnTo>
                <a:close/>
                <a:moveTo>
                  <a:pt x="15679" y="71193"/>
                </a:moveTo>
                <a:lnTo>
                  <a:pt x="69237" y="95935"/>
                </a:lnTo>
                <a:cubicBezTo>
                  <a:pt x="78267" y="100107"/>
                  <a:pt x="88665" y="100107"/>
                  <a:pt x="97695" y="95935"/>
                </a:cubicBezTo>
                <a:lnTo>
                  <a:pt x="151253" y="71193"/>
                </a:lnTo>
                <a:lnTo>
                  <a:pt x="162368" y="76343"/>
                </a:lnTo>
                <a:cubicBezTo>
                  <a:pt x="165139" y="77615"/>
                  <a:pt x="166899" y="80386"/>
                  <a:pt x="166899" y="83450"/>
                </a:cubicBezTo>
                <a:cubicBezTo>
                  <a:pt x="166899" y="86514"/>
                  <a:pt x="165139" y="89285"/>
                  <a:pt x="162368" y="90556"/>
                </a:cubicBezTo>
                <a:lnTo>
                  <a:pt x="91110" y="123479"/>
                </a:lnTo>
                <a:cubicBezTo>
                  <a:pt x="86253" y="125729"/>
                  <a:pt x="80646" y="125729"/>
                  <a:pt x="75789" y="123479"/>
                </a:cubicBezTo>
                <a:lnTo>
                  <a:pt x="4531" y="90556"/>
                </a:lnTo>
                <a:cubicBezTo>
                  <a:pt x="1760" y="89252"/>
                  <a:pt x="0" y="86481"/>
                  <a:pt x="0" y="83450"/>
                </a:cubicBezTo>
                <a:cubicBezTo>
                  <a:pt x="0" y="80418"/>
                  <a:pt x="1760" y="77615"/>
                  <a:pt x="4531" y="76343"/>
                </a:cubicBezTo>
                <a:lnTo>
                  <a:pt x="15647" y="71193"/>
                </a:lnTo>
                <a:close/>
                <a:moveTo>
                  <a:pt x="4531" y="118068"/>
                </a:moveTo>
                <a:lnTo>
                  <a:pt x="15647" y="112918"/>
                </a:lnTo>
                <a:lnTo>
                  <a:pt x="69205" y="137659"/>
                </a:lnTo>
                <a:cubicBezTo>
                  <a:pt x="78234" y="141832"/>
                  <a:pt x="88633" y="141832"/>
                  <a:pt x="97662" y="137659"/>
                </a:cubicBezTo>
                <a:lnTo>
                  <a:pt x="151220" y="112918"/>
                </a:lnTo>
                <a:lnTo>
                  <a:pt x="162336" y="118068"/>
                </a:lnTo>
                <a:cubicBezTo>
                  <a:pt x="165107" y="119340"/>
                  <a:pt x="166867" y="122110"/>
                  <a:pt x="166867" y="125175"/>
                </a:cubicBezTo>
                <a:cubicBezTo>
                  <a:pt x="166867" y="128239"/>
                  <a:pt x="165107" y="131009"/>
                  <a:pt x="162336" y="132281"/>
                </a:cubicBezTo>
                <a:lnTo>
                  <a:pt x="91078" y="165204"/>
                </a:lnTo>
                <a:cubicBezTo>
                  <a:pt x="86220" y="167454"/>
                  <a:pt x="80614" y="167454"/>
                  <a:pt x="75757" y="165204"/>
                </a:cubicBezTo>
                <a:lnTo>
                  <a:pt x="4531" y="132281"/>
                </a:lnTo>
                <a:cubicBezTo>
                  <a:pt x="1760" y="130977"/>
                  <a:pt x="0" y="128206"/>
                  <a:pt x="0" y="125175"/>
                </a:cubicBezTo>
                <a:cubicBezTo>
                  <a:pt x="0" y="122143"/>
                  <a:pt x="1760" y="119340"/>
                  <a:pt x="4531" y="118068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7" name="Text 15"/>
          <p:cNvSpPr/>
          <p:nvPr/>
        </p:nvSpPr>
        <p:spPr>
          <a:xfrm>
            <a:off x="1034776" y="2536871"/>
            <a:ext cx="4915187" cy="23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Ensemble Methods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34776" y="2837290"/>
            <a:ext cx="4898497" cy="433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1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ensemble approaches combining multiple advanced architectures like Xception, EfficientNet, and Vision Transformers.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0489" y="3504887"/>
            <a:ext cx="5649544" cy="1001396"/>
          </a:xfrm>
          <a:custGeom>
            <a:avLst/>
            <a:gdLst/>
            <a:ahLst/>
            <a:cxnLst/>
            <a:rect l="l" t="t" r="r" b="b"/>
            <a:pathLst>
              <a:path w="5649544" h="1001396">
                <a:moveTo>
                  <a:pt x="33380" y="0"/>
                </a:moveTo>
                <a:lnTo>
                  <a:pt x="5582781" y="0"/>
                </a:lnTo>
                <a:cubicBezTo>
                  <a:pt x="5619653" y="0"/>
                  <a:pt x="5649544" y="29891"/>
                  <a:pt x="5649544" y="66763"/>
                </a:cubicBezTo>
                <a:lnTo>
                  <a:pt x="5649544" y="934633"/>
                </a:lnTo>
                <a:cubicBezTo>
                  <a:pt x="5649544" y="971505"/>
                  <a:pt x="5619653" y="1001396"/>
                  <a:pt x="5582781" y="1001396"/>
                </a:cubicBezTo>
                <a:lnTo>
                  <a:pt x="33380" y="1001396"/>
                </a:lnTo>
                <a:cubicBezTo>
                  <a:pt x="14945" y="1001396"/>
                  <a:pt x="0" y="986452"/>
                  <a:pt x="0" y="968016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50489" y="3504887"/>
            <a:ext cx="33380" cy="1001396"/>
          </a:xfrm>
          <a:custGeom>
            <a:avLst/>
            <a:gdLst/>
            <a:ahLst/>
            <a:cxnLst/>
            <a:rect l="l" t="t" r="r" b="b"/>
            <a:pathLst>
              <a:path w="33380" h="1001396">
                <a:moveTo>
                  <a:pt x="33380" y="0"/>
                </a:moveTo>
                <a:lnTo>
                  <a:pt x="33380" y="0"/>
                </a:lnTo>
                <a:lnTo>
                  <a:pt x="33380" y="1001396"/>
                </a:lnTo>
                <a:lnTo>
                  <a:pt x="33380" y="1001396"/>
                </a:lnTo>
                <a:cubicBezTo>
                  <a:pt x="14945" y="1001396"/>
                  <a:pt x="0" y="986452"/>
                  <a:pt x="0" y="968016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500698" y="3638407"/>
            <a:ext cx="400559" cy="400559"/>
          </a:xfrm>
          <a:custGeom>
            <a:avLst/>
            <a:gdLst/>
            <a:ahLst/>
            <a:cxnLst/>
            <a:rect l="l" t="t" r="r" b="b"/>
            <a:pathLst>
              <a:path w="400559" h="400559">
                <a:moveTo>
                  <a:pt x="200279" y="0"/>
                </a:moveTo>
                <a:lnTo>
                  <a:pt x="200279" y="0"/>
                </a:lnTo>
                <a:cubicBezTo>
                  <a:pt x="310890" y="0"/>
                  <a:pt x="400559" y="89668"/>
                  <a:pt x="400559" y="200279"/>
                </a:cubicBezTo>
                <a:lnTo>
                  <a:pt x="400559" y="200279"/>
                </a:lnTo>
                <a:cubicBezTo>
                  <a:pt x="400559" y="310890"/>
                  <a:pt x="310890" y="400559"/>
                  <a:pt x="200279" y="400559"/>
                </a:cubicBezTo>
                <a:lnTo>
                  <a:pt x="200279" y="400559"/>
                </a:lnTo>
                <a:cubicBezTo>
                  <a:pt x="89668" y="400559"/>
                  <a:pt x="0" y="310890"/>
                  <a:pt x="0" y="200279"/>
                </a:cubicBezTo>
                <a:lnTo>
                  <a:pt x="0" y="200279"/>
                </a:lnTo>
                <a:cubicBezTo>
                  <a:pt x="0" y="89668"/>
                  <a:pt x="89668" y="0"/>
                  <a:pt x="200279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27959" y="3755236"/>
            <a:ext cx="146037" cy="166899"/>
          </a:xfrm>
          <a:custGeom>
            <a:avLst/>
            <a:gdLst/>
            <a:ahLst/>
            <a:cxnLst/>
            <a:rect l="l" t="t" r="r" b="b"/>
            <a:pathLst>
              <a:path w="146037" h="166899">
                <a:moveTo>
                  <a:pt x="110440" y="-3227"/>
                </a:moveTo>
                <a:cubicBezTo>
                  <a:pt x="114320" y="-424"/>
                  <a:pt x="115754" y="4661"/>
                  <a:pt x="113994" y="9095"/>
                </a:cubicBezTo>
                <a:lnTo>
                  <a:pt x="88437" y="73018"/>
                </a:lnTo>
                <a:lnTo>
                  <a:pt x="135606" y="73018"/>
                </a:lnTo>
                <a:cubicBezTo>
                  <a:pt x="140006" y="73018"/>
                  <a:pt x="143918" y="75757"/>
                  <a:pt x="145418" y="79897"/>
                </a:cubicBezTo>
                <a:cubicBezTo>
                  <a:pt x="146917" y="84036"/>
                  <a:pt x="145646" y="88665"/>
                  <a:pt x="142288" y="91469"/>
                </a:cubicBezTo>
                <a:lnTo>
                  <a:pt x="48407" y="169703"/>
                </a:lnTo>
                <a:cubicBezTo>
                  <a:pt x="44724" y="172767"/>
                  <a:pt x="39476" y="172930"/>
                  <a:pt x="35597" y="170127"/>
                </a:cubicBezTo>
                <a:cubicBezTo>
                  <a:pt x="31717" y="167323"/>
                  <a:pt x="30283" y="162238"/>
                  <a:pt x="32043" y="157805"/>
                </a:cubicBezTo>
                <a:lnTo>
                  <a:pt x="57600" y="93881"/>
                </a:lnTo>
                <a:lnTo>
                  <a:pt x="10431" y="93881"/>
                </a:lnTo>
                <a:cubicBezTo>
                  <a:pt x="6031" y="93881"/>
                  <a:pt x="2119" y="91143"/>
                  <a:pt x="619" y="87003"/>
                </a:cubicBezTo>
                <a:cubicBezTo>
                  <a:pt x="-880" y="82863"/>
                  <a:pt x="391" y="78234"/>
                  <a:pt x="3749" y="75431"/>
                </a:cubicBezTo>
                <a:lnTo>
                  <a:pt x="97630" y="-2803"/>
                </a:lnTo>
                <a:cubicBezTo>
                  <a:pt x="101313" y="-5868"/>
                  <a:pt x="106561" y="-6031"/>
                  <a:pt x="110440" y="-3227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3" name="Text 21"/>
          <p:cNvSpPr/>
          <p:nvPr/>
        </p:nvSpPr>
        <p:spPr>
          <a:xfrm>
            <a:off x="1034776" y="3638407"/>
            <a:ext cx="4915187" cy="23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Optimization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34776" y="3938825"/>
            <a:ext cx="4898497" cy="433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1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 for speed improvements through model quantization, pruning, and edge deployment for mobile and IoT devices.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4133" y="1301815"/>
            <a:ext cx="5649544" cy="1001396"/>
          </a:xfrm>
          <a:custGeom>
            <a:avLst/>
            <a:gdLst/>
            <a:ahLst/>
            <a:cxnLst/>
            <a:rect l="l" t="t" r="r" b="b"/>
            <a:pathLst>
              <a:path w="5649544" h="1001396">
                <a:moveTo>
                  <a:pt x="33380" y="0"/>
                </a:moveTo>
                <a:lnTo>
                  <a:pt x="5582781" y="0"/>
                </a:lnTo>
                <a:cubicBezTo>
                  <a:pt x="5619653" y="0"/>
                  <a:pt x="5649544" y="29891"/>
                  <a:pt x="5649544" y="66763"/>
                </a:cubicBezTo>
                <a:lnTo>
                  <a:pt x="5649544" y="934633"/>
                </a:lnTo>
                <a:cubicBezTo>
                  <a:pt x="5649544" y="971505"/>
                  <a:pt x="5619653" y="1001396"/>
                  <a:pt x="5582781" y="1001396"/>
                </a:cubicBezTo>
                <a:lnTo>
                  <a:pt x="33380" y="1001396"/>
                </a:lnTo>
                <a:cubicBezTo>
                  <a:pt x="14945" y="1001396"/>
                  <a:pt x="0" y="986452"/>
                  <a:pt x="0" y="968016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214133" y="1301815"/>
            <a:ext cx="33380" cy="1001396"/>
          </a:xfrm>
          <a:custGeom>
            <a:avLst/>
            <a:gdLst/>
            <a:ahLst/>
            <a:cxnLst/>
            <a:rect l="l" t="t" r="r" b="b"/>
            <a:pathLst>
              <a:path w="33380" h="1001396">
                <a:moveTo>
                  <a:pt x="33380" y="0"/>
                </a:moveTo>
                <a:lnTo>
                  <a:pt x="33380" y="0"/>
                </a:lnTo>
                <a:lnTo>
                  <a:pt x="33380" y="1001396"/>
                </a:lnTo>
                <a:lnTo>
                  <a:pt x="33380" y="1001396"/>
                </a:lnTo>
                <a:cubicBezTo>
                  <a:pt x="14945" y="1001396"/>
                  <a:pt x="0" y="986452"/>
                  <a:pt x="0" y="968016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7" name="Shape 25"/>
          <p:cNvSpPr/>
          <p:nvPr/>
        </p:nvSpPr>
        <p:spPr>
          <a:xfrm>
            <a:off x="6364343" y="1435335"/>
            <a:ext cx="400559" cy="400559"/>
          </a:xfrm>
          <a:custGeom>
            <a:avLst/>
            <a:gdLst/>
            <a:ahLst/>
            <a:cxnLst/>
            <a:rect l="l" t="t" r="r" b="b"/>
            <a:pathLst>
              <a:path w="400559" h="400559">
                <a:moveTo>
                  <a:pt x="200279" y="0"/>
                </a:moveTo>
                <a:lnTo>
                  <a:pt x="200279" y="0"/>
                </a:lnTo>
                <a:cubicBezTo>
                  <a:pt x="310890" y="0"/>
                  <a:pt x="400559" y="89668"/>
                  <a:pt x="400559" y="200279"/>
                </a:cubicBezTo>
                <a:lnTo>
                  <a:pt x="400559" y="200279"/>
                </a:lnTo>
                <a:cubicBezTo>
                  <a:pt x="400559" y="310890"/>
                  <a:pt x="310890" y="400559"/>
                  <a:pt x="200279" y="400559"/>
                </a:cubicBezTo>
                <a:lnTo>
                  <a:pt x="200279" y="400559"/>
                </a:lnTo>
                <a:cubicBezTo>
                  <a:pt x="89668" y="400559"/>
                  <a:pt x="0" y="310890"/>
                  <a:pt x="0" y="200279"/>
                </a:cubicBezTo>
                <a:lnTo>
                  <a:pt x="0" y="200279"/>
                </a:lnTo>
                <a:cubicBezTo>
                  <a:pt x="0" y="89668"/>
                  <a:pt x="89668" y="0"/>
                  <a:pt x="200279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460310" y="1552164"/>
            <a:ext cx="208624" cy="166899"/>
          </a:xfrm>
          <a:custGeom>
            <a:avLst/>
            <a:gdLst/>
            <a:ahLst/>
            <a:cxnLst/>
            <a:rect l="l" t="t" r="r" b="b"/>
            <a:pathLst>
              <a:path w="208624" h="166899">
                <a:moveTo>
                  <a:pt x="104312" y="5216"/>
                </a:moveTo>
                <a:cubicBezTo>
                  <a:pt x="123023" y="5216"/>
                  <a:pt x="138214" y="20406"/>
                  <a:pt x="138214" y="39117"/>
                </a:cubicBezTo>
                <a:cubicBezTo>
                  <a:pt x="138214" y="57828"/>
                  <a:pt x="123023" y="73018"/>
                  <a:pt x="104312" y="73018"/>
                </a:cubicBezTo>
                <a:cubicBezTo>
                  <a:pt x="85601" y="73018"/>
                  <a:pt x="70411" y="57828"/>
                  <a:pt x="70411" y="39117"/>
                </a:cubicBezTo>
                <a:cubicBezTo>
                  <a:pt x="70411" y="20406"/>
                  <a:pt x="85601" y="5216"/>
                  <a:pt x="104312" y="5216"/>
                </a:cubicBezTo>
                <a:close/>
                <a:moveTo>
                  <a:pt x="31294" y="28686"/>
                </a:moveTo>
                <a:cubicBezTo>
                  <a:pt x="44247" y="28686"/>
                  <a:pt x="54764" y="39202"/>
                  <a:pt x="54764" y="52156"/>
                </a:cubicBezTo>
                <a:cubicBezTo>
                  <a:pt x="54764" y="65110"/>
                  <a:pt x="44247" y="75626"/>
                  <a:pt x="31294" y="75626"/>
                </a:cubicBezTo>
                <a:cubicBezTo>
                  <a:pt x="18340" y="75626"/>
                  <a:pt x="7823" y="65110"/>
                  <a:pt x="7823" y="52156"/>
                </a:cubicBezTo>
                <a:cubicBezTo>
                  <a:pt x="7823" y="39202"/>
                  <a:pt x="18340" y="28686"/>
                  <a:pt x="31294" y="28686"/>
                </a:cubicBezTo>
                <a:close/>
                <a:moveTo>
                  <a:pt x="0" y="135606"/>
                </a:moveTo>
                <a:cubicBezTo>
                  <a:pt x="0" y="112559"/>
                  <a:pt x="18678" y="93881"/>
                  <a:pt x="41725" y="93881"/>
                </a:cubicBezTo>
                <a:cubicBezTo>
                  <a:pt x="45897" y="93881"/>
                  <a:pt x="49939" y="94500"/>
                  <a:pt x="53753" y="95641"/>
                </a:cubicBezTo>
                <a:cubicBezTo>
                  <a:pt x="43029" y="107637"/>
                  <a:pt x="36509" y="123479"/>
                  <a:pt x="36509" y="140821"/>
                </a:cubicBezTo>
                <a:lnTo>
                  <a:pt x="36509" y="146037"/>
                </a:lnTo>
                <a:cubicBezTo>
                  <a:pt x="36509" y="149753"/>
                  <a:pt x="37292" y="153274"/>
                  <a:pt x="38693" y="156468"/>
                </a:cubicBezTo>
                <a:lnTo>
                  <a:pt x="10431" y="156468"/>
                </a:lnTo>
                <a:cubicBezTo>
                  <a:pt x="4661" y="156468"/>
                  <a:pt x="0" y="151807"/>
                  <a:pt x="0" y="146037"/>
                </a:cubicBezTo>
                <a:lnTo>
                  <a:pt x="0" y="135606"/>
                </a:lnTo>
                <a:close/>
                <a:moveTo>
                  <a:pt x="169931" y="156468"/>
                </a:moveTo>
                <a:cubicBezTo>
                  <a:pt x="171333" y="153274"/>
                  <a:pt x="172115" y="149753"/>
                  <a:pt x="172115" y="146037"/>
                </a:cubicBezTo>
                <a:lnTo>
                  <a:pt x="172115" y="140821"/>
                </a:lnTo>
                <a:cubicBezTo>
                  <a:pt x="172115" y="123479"/>
                  <a:pt x="165595" y="107637"/>
                  <a:pt x="154871" y="95641"/>
                </a:cubicBezTo>
                <a:cubicBezTo>
                  <a:pt x="158685" y="94500"/>
                  <a:pt x="162727" y="93881"/>
                  <a:pt x="166899" y="93881"/>
                </a:cubicBezTo>
                <a:cubicBezTo>
                  <a:pt x="189946" y="93881"/>
                  <a:pt x="208624" y="112559"/>
                  <a:pt x="208624" y="135606"/>
                </a:cubicBezTo>
                <a:lnTo>
                  <a:pt x="208624" y="146037"/>
                </a:lnTo>
                <a:cubicBezTo>
                  <a:pt x="208624" y="151807"/>
                  <a:pt x="203963" y="156468"/>
                  <a:pt x="198193" y="156468"/>
                </a:cubicBezTo>
                <a:lnTo>
                  <a:pt x="169931" y="156468"/>
                </a:lnTo>
                <a:close/>
                <a:moveTo>
                  <a:pt x="153860" y="52156"/>
                </a:moveTo>
                <a:cubicBezTo>
                  <a:pt x="153860" y="39202"/>
                  <a:pt x="164377" y="28686"/>
                  <a:pt x="177331" y="28686"/>
                </a:cubicBezTo>
                <a:cubicBezTo>
                  <a:pt x="190284" y="28686"/>
                  <a:pt x="200801" y="39202"/>
                  <a:pt x="200801" y="52156"/>
                </a:cubicBezTo>
                <a:cubicBezTo>
                  <a:pt x="200801" y="65110"/>
                  <a:pt x="190284" y="75626"/>
                  <a:pt x="177331" y="75626"/>
                </a:cubicBezTo>
                <a:cubicBezTo>
                  <a:pt x="164377" y="75626"/>
                  <a:pt x="153860" y="65110"/>
                  <a:pt x="153860" y="52156"/>
                </a:cubicBezTo>
                <a:close/>
                <a:moveTo>
                  <a:pt x="52156" y="140821"/>
                </a:moveTo>
                <a:cubicBezTo>
                  <a:pt x="52156" y="112005"/>
                  <a:pt x="75496" y="88665"/>
                  <a:pt x="104312" y="88665"/>
                </a:cubicBezTo>
                <a:cubicBezTo>
                  <a:pt x="133128" y="88665"/>
                  <a:pt x="156468" y="112005"/>
                  <a:pt x="156468" y="140821"/>
                </a:cubicBezTo>
                <a:lnTo>
                  <a:pt x="156468" y="146037"/>
                </a:lnTo>
                <a:cubicBezTo>
                  <a:pt x="156468" y="151807"/>
                  <a:pt x="151807" y="156468"/>
                  <a:pt x="146037" y="156468"/>
                </a:cubicBezTo>
                <a:lnTo>
                  <a:pt x="62587" y="156468"/>
                </a:lnTo>
                <a:cubicBezTo>
                  <a:pt x="56818" y="156468"/>
                  <a:pt x="52156" y="151807"/>
                  <a:pt x="52156" y="146037"/>
                </a:cubicBezTo>
                <a:lnTo>
                  <a:pt x="52156" y="140821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9" name="Text 27"/>
          <p:cNvSpPr/>
          <p:nvPr/>
        </p:nvSpPr>
        <p:spPr>
          <a:xfrm>
            <a:off x="6898421" y="1435335"/>
            <a:ext cx="4915187" cy="23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Diversification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98421" y="1735754"/>
            <a:ext cx="4898497" cy="433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1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Expand dataset diversity across ethnicities, age groups, and manipulation types to enhance model robustness and reduce bias.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4133" y="2436731"/>
            <a:ext cx="5649544" cy="1001396"/>
          </a:xfrm>
          <a:custGeom>
            <a:avLst/>
            <a:gdLst/>
            <a:ahLst/>
            <a:cxnLst/>
            <a:rect l="l" t="t" r="r" b="b"/>
            <a:pathLst>
              <a:path w="5649544" h="1001396">
                <a:moveTo>
                  <a:pt x="33380" y="0"/>
                </a:moveTo>
                <a:lnTo>
                  <a:pt x="5582781" y="0"/>
                </a:lnTo>
                <a:cubicBezTo>
                  <a:pt x="5619653" y="0"/>
                  <a:pt x="5649544" y="29891"/>
                  <a:pt x="5649544" y="66763"/>
                </a:cubicBezTo>
                <a:lnTo>
                  <a:pt x="5649544" y="934633"/>
                </a:lnTo>
                <a:cubicBezTo>
                  <a:pt x="5649544" y="971505"/>
                  <a:pt x="5619653" y="1001396"/>
                  <a:pt x="5582781" y="1001396"/>
                </a:cubicBezTo>
                <a:lnTo>
                  <a:pt x="33380" y="1001396"/>
                </a:lnTo>
                <a:cubicBezTo>
                  <a:pt x="14945" y="1001396"/>
                  <a:pt x="0" y="986452"/>
                  <a:pt x="0" y="968016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214133" y="2436731"/>
            <a:ext cx="33380" cy="1001396"/>
          </a:xfrm>
          <a:custGeom>
            <a:avLst/>
            <a:gdLst/>
            <a:ahLst/>
            <a:cxnLst/>
            <a:rect l="l" t="t" r="r" b="b"/>
            <a:pathLst>
              <a:path w="33380" h="1001396">
                <a:moveTo>
                  <a:pt x="33380" y="0"/>
                </a:moveTo>
                <a:lnTo>
                  <a:pt x="33380" y="0"/>
                </a:lnTo>
                <a:lnTo>
                  <a:pt x="33380" y="1001396"/>
                </a:lnTo>
                <a:lnTo>
                  <a:pt x="33380" y="1001396"/>
                </a:lnTo>
                <a:cubicBezTo>
                  <a:pt x="14945" y="1001396"/>
                  <a:pt x="0" y="986452"/>
                  <a:pt x="0" y="968016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3" name="Shape 31"/>
          <p:cNvSpPr/>
          <p:nvPr/>
        </p:nvSpPr>
        <p:spPr>
          <a:xfrm>
            <a:off x="6364343" y="2570251"/>
            <a:ext cx="400559" cy="400559"/>
          </a:xfrm>
          <a:custGeom>
            <a:avLst/>
            <a:gdLst/>
            <a:ahLst/>
            <a:cxnLst/>
            <a:rect l="l" t="t" r="r" b="b"/>
            <a:pathLst>
              <a:path w="400559" h="400559">
                <a:moveTo>
                  <a:pt x="200279" y="0"/>
                </a:moveTo>
                <a:lnTo>
                  <a:pt x="200279" y="0"/>
                </a:lnTo>
                <a:cubicBezTo>
                  <a:pt x="310890" y="0"/>
                  <a:pt x="400559" y="89668"/>
                  <a:pt x="400559" y="200279"/>
                </a:cubicBezTo>
                <a:lnTo>
                  <a:pt x="400559" y="200279"/>
                </a:lnTo>
                <a:cubicBezTo>
                  <a:pt x="400559" y="310890"/>
                  <a:pt x="310890" y="400559"/>
                  <a:pt x="200279" y="400559"/>
                </a:cubicBezTo>
                <a:lnTo>
                  <a:pt x="200279" y="400559"/>
                </a:lnTo>
                <a:cubicBezTo>
                  <a:pt x="89668" y="400559"/>
                  <a:pt x="0" y="310890"/>
                  <a:pt x="0" y="200279"/>
                </a:cubicBezTo>
                <a:lnTo>
                  <a:pt x="0" y="200279"/>
                </a:lnTo>
                <a:cubicBezTo>
                  <a:pt x="0" y="89668"/>
                  <a:pt x="89668" y="0"/>
                  <a:pt x="200279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491604" y="2687080"/>
            <a:ext cx="146037" cy="166899"/>
          </a:xfrm>
          <a:custGeom>
            <a:avLst/>
            <a:gdLst/>
            <a:ahLst/>
            <a:cxnLst/>
            <a:rect l="l" t="t" r="r" b="b"/>
            <a:pathLst>
              <a:path w="146037" h="166899">
                <a:moveTo>
                  <a:pt x="0" y="31294"/>
                </a:moveTo>
                <a:cubicBezTo>
                  <a:pt x="0" y="19787"/>
                  <a:pt x="9355" y="10431"/>
                  <a:pt x="20862" y="10431"/>
                </a:cubicBezTo>
                <a:lnTo>
                  <a:pt x="125175" y="10431"/>
                </a:lnTo>
                <a:cubicBezTo>
                  <a:pt x="136681" y="10431"/>
                  <a:pt x="146037" y="19787"/>
                  <a:pt x="146037" y="31294"/>
                </a:cubicBezTo>
                <a:lnTo>
                  <a:pt x="146037" y="135606"/>
                </a:lnTo>
                <a:cubicBezTo>
                  <a:pt x="146037" y="147113"/>
                  <a:pt x="136681" y="156468"/>
                  <a:pt x="125175" y="156468"/>
                </a:cubicBezTo>
                <a:lnTo>
                  <a:pt x="20862" y="156468"/>
                </a:lnTo>
                <a:cubicBezTo>
                  <a:pt x="9355" y="156468"/>
                  <a:pt x="0" y="147113"/>
                  <a:pt x="0" y="135606"/>
                </a:cubicBezTo>
                <a:lnTo>
                  <a:pt x="0" y="31294"/>
                </a:lnTo>
                <a:close/>
                <a:moveTo>
                  <a:pt x="15647" y="119959"/>
                </a:moveTo>
                <a:lnTo>
                  <a:pt x="15647" y="130390"/>
                </a:lnTo>
                <a:cubicBezTo>
                  <a:pt x="15647" y="133259"/>
                  <a:pt x="17994" y="135606"/>
                  <a:pt x="20862" y="135606"/>
                </a:cubicBezTo>
                <a:lnTo>
                  <a:pt x="31294" y="135606"/>
                </a:lnTo>
                <a:cubicBezTo>
                  <a:pt x="34162" y="135606"/>
                  <a:pt x="36509" y="133259"/>
                  <a:pt x="36509" y="130390"/>
                </a:cubicBezTo>
                <a:lnTo>
                  <a:pt x="36509" y="119959"/>
                </a:lnTo>
                <a:cubicBezTo>
                  <a:pt x="36509" y="117090"/>
                  <a:pt x="34162" y="114743"/>
                  <a:pt x="31294" y="114743"/>
                </a:cubicBezTo>
                <a:lnTo>
                  <a:pt x="20862" y="114743"/>
                </a:lnTo>
                <a:cubicBezTo>
                  <a:pt x="17994" y="114743"/>
                  <a:pt x="15647" y="117090"/>
                  <a:pt x="15647" y="119959"/>
                </a:cubicBezTo>
                <a:close/>
                <a:moveTo>
                  <a:pt x="114743" y="114743"/>
                </a:moveTo>
                <a:cubicBezTo>
                  <a:pt x="111875" y="114743"/>
                  <a:pt x="109528" y="117090"/>
                  <a:pt x="109528" y="119959"/>
                </a:cubicBezTo>
                <a:lnTo>
                  <a:pt x="109528" y="130390"/>
                </a:lnTo>
                <a:cubicBezTo>
                  <a:pt x="109528" y="133259"/>
                  <a:pt x="111875" y="135606"/>
                  <a:pt x="114743" y="135606"/>
                </a:cubicBezTo>
                <a:lnTo>
                  <a:pt x="125175" y="135606"/>
                </a:lnTo>
                <a:cubicBezTo>
                  <a:pt x="128043" y="135606"/>
                  <a:pt x="130390" y="133259"/>
                  <a:pt x="130390" y="130390"/>
                </a:cubicBezTo>
                <a:lnTo>
                  <a:pt x="130390" y="119959"/>
                </a:lnTo>
                <a:cubicBezTo>
                  <a:pt x="130390" y="117090"/>
                  <a:pt x="128043" y="114743"/>
                  <a:pt x="125175" y="114743"/>
                </a:cubicBezTo>
                <a:lnTo>
                  <a:pt x="114743" y="114743"/>
                </a:lnTo>
                <a:close/>
                <a:moveTo>
                  <a:pt x="15647" y="78234"/>
                </a:moveTo>
                <a:lnTo>
                  <a:pt x="15647" y="88665"/>
                </a:lnTo>
                <a:cubicBezTo>
                  <a:pt x="15647" y="91534"/>
                  <a:pt x="17994" y="93881"/>
                  <a:pt x="20862" y="93881"/>
                </a:cubicBezTo>
                <a:lnTo>
                  <a:pt x="31294" y="93881"/>
                </a:lnTo>
                <a:cubicBezTo>
                  <a:pt x="34162" y="93881"/>
                  <a:pt x="36509" y="91534"/>
                  <a:pt x="36509" y="88665"/>
                </a:cubicBezTo>
                <a:lnTo>
                  <a:pt x="36509" y="78234"/>
                </a:lnTo>
                <a:cubicBezTo>
                  <a:pt x="36509" y="75366"/>
                  <a:pt x="34162" y="73018"/>
                  <a:pt x="31294" y="73018"/>
                </a:cubicBezTo>
                <a:lnTo>
                  <a:pt x="20862" y="73018"/>
                </a:lnTo>
                <a:cubicBezTo>
                  <a:pt x="17994" y="73018"/>
                  <a:pt x="15647" y="75366"/>
                  <a:pt x="15647" y="78234"/>
                </a:cubicBezTo>
                <a:close/>
                <a:moveTo>
                  <a:pt x="114743" y="73018"/>
                </a:moveTo>
                <a:cubicBezTo>
                  <a:pt x="111875" y="73018"/>
                  <a:pt x="109528" y="75366"/>
                  <a:pt x="109528" y="78234"/>
                </a:cubicBezTo>
                <a:lnTo>
                  <a:pt x="109528" y="88665"/>
                </a:lnTo>
                <a:cubicBezTo>
                  <a:pt x="109528" y="91534"/>
                  <a:pt x="111875" y="93881"/>
                  <a:pt x="114743" y="93881"/>
                </a:cubicBezTo>
                <a:lnTo>
                  <a:pt x="125175" y="93881"/>
                </a:lnTo>
                <a:cubicBezTo>
                  <a:pt x="128043" y="93881"/>
                  <a:pt x="130390" y="91534"/>
                  <a:pt x="130390" y="88665"/>
                </a:cubicBezTo>
                <a:lnTo>
                  <a:pt x="130390" y="78234"/>
                </a:lnTo>
                <a:cubicBezTo>
                  <a:pt x="130390" y="75366"/>
                  <a:pt x="128043" y="73018"/>
                  <a:pt x="125175" y="73018"/>
                </a:cubicBezTo>
                <a:lnTo>
                  <a:pt x="114743" y="73018"/>
                </a:lnTo>
                <a:close/>
                <a:moveTo>
                  <a:pt x="15647" y="36509"/>
                </a:moveTo>
                <a:lnTo>
                  <a:pt x="15647" y="46940"/>
                </a:lnTo>
                <a:cubicBezTo>
                  <a:pt x="15647" y="49809"/>
                  <a:pt x="17994" y="52156"/>
                  <a:pt x="20862" y="52156"/>
                </a:cubicBezTo>
                <a:lnTo>
                  <a:pt x="31294" y="52156"/>
                </a:lnTo>
                <a:cubicBezTo>
                  <a:pt x="34162" y="52156"/>
                  <a:pt x="36509" y="49809"/>
                  <a:pt x="36509" y="46940"/>
                </a:cubicBezTo>
                <a:lnTo>
                  <a:pt x="36509" y="36509"/>
                </a:lnTo>
                <a:cubicBezTo>
                  <a:pt x="36509" y="33641"/>
                  <a:pt x="34162" y="31294"/>
                  <a:pt x="31294" y="31294"/>
                </a:cubicBezTo>
                <a:lnTo>
                  <a:pt x="20862" y="31294"/>
                </a:lnTo>
                <a:cubicBezTo>
                  <a:pt x="17994" y="31294"/>
                  <a:pt x="15647" y="33641"/>
                  <a:pt x="15647" y="36509"/>
                </a:cubicBezTo>
                <a:close/>
                <a:moveTo>
                  <a:pt x="114743" y="31294"/>
                </a:moveTo>
                <a:cubicBezTo>
                  <a:pt x="111875" y="31294"/>
                  <a:pt x="109528" y="33641"/>
                  <a:pt x="109528" y="36509"/>
                </a:cubicBezTo>
                <a:lnTo>
                  <a:pt x="109528" y="46940"/>
                </a:lnTo>
                <a:cubicBezTo>
                  <a:pt x="109528" y="49809"/>
                  <a:pt x="111875" y="52156"/>
                  <a:pt x="114743" y="52156"/>
                </a:cubicBezTo>
                <a:lnTo>
                  <a:pt x="125175" y="52156"/>
                </a:lnTo>
                <a:cubicBezTo>
                  <a:pt x="128043" y="52156"/>
                  <a:pt x="130390" y="49809"/>
                  <a:pt x="130390" y="46940"/>
                </a:cubicBezTo>
                <a:lnTo>
                  <a:pt x="130390" y="36509"/>
                </a:lnTo>
                <a:cubicBezTo>
                  <a:pt x="130390" y="33641"/>
                  <a:pt x="128043" y="31294"/>
                  <a:pt x="125175" y="31294"/>
                </a:cubicBezTo>
                <a:lnTo>
                  <a:pt x="114743" y="31294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5" name="Text 33"/>
          <p:cNvSpPr/>
          <p:nvPr/>
        </p:nvSpPr>
        <p:spPr>
          <a:xfrm>
            <a:off x="6898421" y="2570251"/>
            <a:ext cx="4915187" cy="23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Temporal Analysis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98421" y="2870669"/>
            <a:ext cx="4898497" cy="433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1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temporal analysis for video deepfake detection, examining frame-to-frame consistency and motion artifacts.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14133" y="3571647"/>
            <a:ext cx="5649544" cy="1001396"/>
          </a:xfrm>
          <a:custGeom>
            <a:avLst/>
            <a:gdLst/>
            <a:ahLst/>
            <a:cxnLst/>
            <a:rect l="l" t="t" r="r" b="b"/>
            <a:pathLst>
              <a:path w="5649544" h="1001396">
                <a:moveTo>
                  <a:pt x="33380" y="0"/>
                </a:moveTo>
                <a:lnTo>
                  <a:pt x="5582781" y="0"/>
                </a:lnTo>
                <a:cubicBezTo>
                  <a:pt x="5619653" y="0"/>
                  <a:pt x="5649544" y="29891"/>
                  <a:pt x="5649544" y="66763"/>
                </a:cubicBezTo>
                <a:lnTo>
                  <a:pt x="5649544" y="934633"/>
                </a:lnTo>
                <a:cubicBezTo>
                  <a:pt x="5649544" y="971505"/>
                  <a:pt x="5619653" y="1001396"/>
                  <a:pt x="5582781" y="1001396"/>
                </a:cubicBezTo>
                <a:lnTo>
                  <a:pt x="33380" y="1001396"/>
                </a:lnTo>
                <a:cubicBezTo>
                  <a:pt x="14945" y="1001396"/>
                  <a:pt x="0" y="986452"/>
                  <a:pt x="0" y="968016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214133" y="3571647"/>
            <a:ext cx="33380" cy="1001396"/>
          </a:xfrm>
          <a:custGeom>
            <a:avLst/>
            <a:gdLst/>
            <a:ahLst/>
            <a:cxnLst/>
            <a:rect l="l" t="t" r="r" b="b"/>
            <a:pathLst>
              <a:path w="33380" h="1001396">
                <a:moveTo>
                  <a:pt x="33380" y="0"/>
                </a:moveTo>
                <a:lnTo>
                  <a:pt x="33380" y="0"/>
                </a:lnTo>
                <a:lnTo>
                  <a:pt x="33380" y="1001396"/>
                </a:lnTo>
                <a:lnTo>
                  <a:pt x="33380" y="1001396"/>
                </a:lnTo>
                <a:cubicBezTo>
                  <a:pt x="14945" y="1001396"/>
                  <a:pt x="0" y="986452"/>
                  <a:pt x="0" y="968016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9" name="Shape 37"/>
          <p:cNvSpPr/>
          <p:nvPr/>
        </p:nvSpPr>
        <p:spPr>
          <a:xfrm>
            <a:off x="6364343" y="3705166"/>
            <a:ext cx="400559" cy="400559"/>
          </a:xfrm>
          <a:custGeom>
            <a:avLst/>
            <a:gdLst/>
            <a:ahLst/>
            <a:cxnLst/>
            <a:rect l="l" t="t" r="r" b="b"/>
            <a:pathLst>
              <a:path w="400559" h="400559">
                <a:moveTo>
                  <a:pt x="200279" y="0"/>
                </a:moveTo>
                <a:lnTo>
                  <a:pt x="200279" y="0"/>
                </a:lnTo>
                <a:cubicBezTo>
                  <a:pt x="310890" y="0"/>
                  <a:pt x="400559" y="89668"/>
                  <a:pt x="400559" y="200279"/>
                </a:cubicBezTo>
                <a:lnTo>
                  <a:pt x="400559" y="200279"/>
                </a:lnTo>
                <a:cubicBezTo>
                  <a:pt x="400559" y="310890"/>
                  <a:pt x="310890" y="400559"/>
                  <a:pt x="200279" y="400559"/>
                </a:cubicBezTo>
                <a:lnTo>
                  <a:pt x="200279" y="400559"/>
                </a:lnTo>
                <a:cubicBezTo>
                  <a:pt x="89668" y="400559"/>
                  <a:pt x="0" y="310890"/>
                  <a:pt x="0" y="200279"/>
                </a:cubicBezTo>
                <a:lnTo>
                  <a:pt x="0" y="200279"/>
                </a:lnTo>
                <a:cubicBezTo>
                  <a:pt x="0" y="89668"/>
                  <a:pt x="89668" y="0"/>
                  <a:pt x="200279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470741" y="3821996"/>
            <a:ext cx="187762" cy="166899"/>
          </a:xfrm>
          <a:custGeom>
            <a:avLst/>
            <a:gdLst/>
            <a:ahLst/>
            <a:cxnLst/>
            <a:rect l="l" t="t" r="r" b="b"/>
            <a:pathLst>
              <a:path w="187762" h="166899">
                <a:moveTo>
                  <a:pt x="93881" y="10431"/>
                </a:moveTo>
                <a:cubicBezTo>
                  <a:pt x="67542" y="10431"/>
                  <a:pt x="46451" y="22427"/>
                  <a:pt x="31098" y="36705"/>
                </a:cubicBezTo>
                <a:cubicBezTo>
                  <a:pt x="15842" y="50885"/>
                  <a:pt x="5639" y="67803"/>
                  <a:pt x="782" y="79440"/>
                </a:cubicBezTo>
                <a:cubicBezTo>
                  <a:pt x="-293" y="82015"/>
                  <a:pt x="-293" y="84884"/>
                  <a:pt x="782" y="87459"/>
                </a:cubicBezTo>
                <a:cubicBezTo>
                  <a:pt x="5639" y="99097"/>
                  <a:pt x="15842" y="116047"/>
                  <a:pt x="31098" y="130195"/>
                </a:cubicBezTo>
                <a:cubicBezTo>
                  <a:pt x="46451" y="144440"/>
                  <a:pt x="67542" y="156468"/>
                  <a:pt x="93881" y="156468"/>
                </a:cubicBezTo>
                <a:cubicBezTo>
                  <a:pt x="120220" y="156468"/>
                  <a:pt x="141310" y="144472"/>
                  <a:pt x="156664" y="130195"/>
                </a:cubicBezTo>
                <a:cubicBezTo>
                  <a:pt x="171919" y="116015"/>
                  <a:pt x="182122" y="99097"/>
                  <a:pt x="186979" y="87459"/>
                </a:cubicBezTo>
                <a:cubicBezTo>
                  <a:pt x="188055" y="84884"/>
                  <a:pt x="188055" y="82015"/>
                  <a:pt x="186979" y="79440"/>
                </a:cubicBezTo>
                <a:cubicBezTo>
                  <a:pt x="182122" y="67803"/>
                  <a:pt x="171919" y="50852"/>
                  <a:pt x="156664" y="36705"/>
                </a:cubicBezTo>
                <a:cubicBezTo>
                  <a:pt x="141310" y="22460"/>
                  <a:pt x="120220" y="10431"/>
                  <a:pt x="93881" y="10431"/>
                </a:cubicBezTo>
                <a:close/>
                <a:moveTo>
                  <a:pt x="46940" y="83450"/>
                </a:moveTo>
                <a:cubicBezTo>
                  <a:pt x="46940" y="57543"/>
                  <a:pt x="67974" y="36509"/>
                  <a:pt x="93881" y="36509"/>
                </a:cubicBezTo>
                <a:cubicBezTo>
                  <a:pt x="119788" y="36509"/>
                  <a:pt x="140821" y="57543"/>
                  <a:pt x="140821" y="83450"/>
                </a:cubicBezTo>
                <a:cubicBezTo>
                  <a:pt x="140821" y="109357"/>
                  <a:pt x="119788" y="130390"/>
                  <a:pt x="93881" y="130390"/>
                </a:cubicBezTo>
                <a:cubicBezTo>
                  <a:pt x="67974" y="130390"/>
                  <a:pt x="46940" y="109357"/>
                  <a:pt x="46940" y="83450"/>
                </a:cubicBezTo>
                <a:close/>
                <a:moveTo>
                  <a:pt x="93881" y="62587"/>
                </a:moveTo>
                <a:cubicBezTo>
                  <a:pt x="93881" y="74094"/>
                  <a:pt x="84525" y="83450"/>
                  <a:pt x="73018" y="83450"/>
                </a:cubicBezTo>
                <a:cubicBezTo>
                  <a:pt x="69270" y="83450"/>
                  <a:pt x="65749" y="82472"/>
                  <a:pt x="62685" y="80711"/>
                </a:cubicBezTo>
                <a:cubicBezTo>
                  <a:pt x="62359" y="84265"/>
                  <a:pt x="62652" y="87916"/>
                  <a:pt x="63630" y="91534"/>
                </a:cubicBezTo>
                <a:cubicBezTo>
                  <a:pt x="68096" y="108224"/>
                  <a:pt x="85275" y="118133"/>
                  <a:pt x="101965" y="113668"/>
                </a:cubicBezTo>
                <a:cubicBezTo>
                  <a:pt x="118655" y="109202"/>
                  <a:pt x="128565" y="92023"/>
                  <a:pt x="124099" y="75333"/>
                </a:cubicBezTo>
                <a:cubicBezTo>
                  <a:pt x="120122" y="60436"/>
                  <a:pt x="106007" y="50950"/>
                  <a:pt x="91143" y="52254"/>
                </a:cubicBezTo>
                <a:cubicBezTo>
                  <a:pt x="92870" y="55285"/>
                  <a:pt x="93881" y="58806"/>
                  <a:pt x="93881" y="62587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1" name="Text 39"/>
          <p:cNvSpPr/>
          <p:nvPr/>
        </p:nvSpPr>
        <p:spPr>
          <a:xfrm>
            <a:off x="6898421" y="3705166"/>
            <a:ext cx="4915187" cy="23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Explainable AI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98421" y="4005585"/>
            <a:ext cx="4898497" cy="433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1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 explainable AI for forensic transparency, providing visual explanations of classification decisions.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01616" y="4710735"/>
            <a:ext cx="5657889" cy="2778875"/>
          </a:xfrm>
          <a:custGeom>
            <a:avLst/>
            <a:gdLst/>
            <a:ahLst/>
            <a:cxnLst/>
            <a:rect l="l" t="t" r="r" b="b"/>
            <a:pathLst>
              <a:path w="5657889" h="2778875">
                <a:moveTo>
                  <a:pt x="66749" y="0"/>
                </a:moveTo>
                <a:lnTo>
                  <a:pt x="5591141" y="0"/>
                </a:lnTo>
                <a:cubicBezTo>
                  <a:pt x="5628005" y="0"/>
                  <a:pt x="5657889" y="29884"/>
                  <a:pt x="5657889" y="66749"/>
                </a:cubicBezTo>
                <a:lnTo>
                  <a:pt x="5657889" y="2712126"/>
                </a:lnTo>
                <a:cubicBezTo>
                  <a:pt x="5657889" y="2748990"/>
                  <a:pt x="5628005" y="2778875"/>
                  <a:pt x="5591141" y="2778875"/>
                </a:cubicBezTo>
                <a:lnTo>
                  <a:pt x="66749" y="2778875"/>
                </a:lnTo>
                <a:cubicBezTo>
                  <a:pt x="29884" y="2778875"/>
                  <a:pt x="0" y="2748990"/>
                  <a:pt x="0" y="2712126"/>
                </a:cubicBezTo>
                <a:lnTo>
                  <a:pt x="0" y="66749"/>
                </a:lnTo>
                <a:cubicBezTo>
                  <a:pt x="0" y="29884"/>
                  <a:pt x="29884" y="0"/>
                  <a:pt x="66749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5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60170" y="4881807"/>
            <a:ext cx="166899" cy="166899"/>
          </a:xfrm>
          <a:custGeom>
            <a:avLst/>
            <a:gdLst/>
            <a:ahLst/>
            <a:cxnLst/>
            <a:rect l="l" t="t" r="r" b="b"/>
            <a:pathLst>
              <a:path w="166899" h="166899">
                <a:moveTo>
                  <a:pt x="20862" y="20862"/>
                </a:moveTo>
                <a:cubicBezTo>
                  <a:pt x="20862" y="15093"/>
                  <a:pt x="16201" y="10431"/>
                  <a:pt x="10431" y="10431"/>
                </a:cubicBezTo>
                <a:cubicBezTo>
                  <a:pt x="4661" y="10431"/>
                  <a:pt x="0" y="15093"/>
                  <a:pt x="0" y="20862"/>
                </a:cubicBezTo>
                <a:lnTo>
                  <a:pt x="0" y="130390"/>
                </a:lnTo>
                <a:cubicBezTo>
                  <a:pt x="0" y="144798"/>
                  <a:pt x="11670" y="156468"/>
                  <a:pt x="26078" y="156468"/>
                </a:cubicBezTo>
                <a:lnTo>
                  <a:pt x="156468" y="156468"/>
                </a:lnTo>
                <a:cubicBezTo>
                  <a:pt x="162238" y="156468"/>
                  <a:pt x="166899" y="151807"/>
                  <a:pt x="166899" y="146037"/>
                </a:cubicBezTo>
                <a:cubicBezTo>
                  <a:pt x="166899" y="140267"/>
                  <a:pt x="162238" y="135606"/>
                  <a:pt x="156468" y="135606"/>
                </a:cubicBezTo>
                <a:lnTo>
                  <a:pt x="26078" y="135606"/>
                </a:lnTo>
                <a:cubicBezTo>
                  <a:pt x="23209" y="135606"/>
                  <a:pt x="20862" y="133259"/>
                  <a:pt x="20862" y="130390"/>
                </a:cubicBezTo>
                <a:lnTo>
                  <a:pt x="20862" y="20862"/>
                </a:lnTo>
                <a:close/>
                <a:moveTo>
                  <a:pt x="153404" y="49092"/>
                </a:moveTo>
                <a:cubicBezTo>
                  <a:pt x="157479" y="45017"/>
                  <a:pt x="157479" y="38400"/>
                  <a:pt x="153404" y="34325"/>
                </a:cubicBezTo>
                <a:cubicBezTo>
                  <a:pt x="149329" y="30251"/>
                  <a:pt x="142712" y="30251"/>
                  <a:pt x="138637" y="34325"/>
                </a:cubicBezTo>
                <a:lnTo>
                  <a:pt x="104312" y="68683"/>
                </a:lnTo>
                <a:lnTo>
                  <a:pt x="85601" y="50005"/>
                </a:lnTo>
                <a:cubicBezTo>
                  <a:pt x="81526" y="45930"/>
                  <a:pt x="74909" y="45930"/>
                  <a:pt x="70834" y="50005"/>
                </a:cubicBezTo>
                <a:lnTo>
                  <a:pt x="39541" y="81298"/>
                </a:lnTo>
                <a:cubicBezTo>
                  <a:pt x="35466" y="85373"/>
                  <a:pt x="35466" y="91990"/>
                  <a:pt x="39541" y="96065"/>
                </a:cubicBezTo>
                <a:cubicBezTo>
                  <a:pt x="43616" y="100140"/>
                  <a:pt x="50233" y="100140"/>
                  <a:pt x="54307" y="96065"/>
                </a:cubicBezTo>
                <a:lnTo>
                  <a:pt x="78234" y="72138"/>
                </a:lnTo>
                <a:lnTo>
                  <a:pt x="96945" y="90849"/>
                </a:lnTo>
                <a:cubicBezTo>
                  <a:pt x="101020" y="94924"/>
                  <a:pt x="107637" y="94924"/>
                  <a:pt x="111712" y="90849"/>
                </a:cubicBezTo>
                <a:lnTo>
                  <a:pt x="153437" y="49124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5" name="Text 43"/>
          <p:cNvSpPr/>
          <p:nvPr/>
        </p:nvSpPr>
        <p:spPr>
          <a:xfrm>
            <a:off x="6547932" y="4848427"/>
            <a:ext cx="5257331" cy="23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Targets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39308" y="5215606"/>
            <a:ext cx="5382505" cy="433938"/>
          </a:xfrm>
          <a:custGeom>
            <a:avLst/>
            <a:gdLst/>
            <a:ahLst/>
            <a:cxnLst/>
            <a:rect l="l" t="t" r="r" b="b"/>
            <a:pathLst>
              <a:path w="5382505" h="433938">
                <a:moveTo>
                  <a:pt x="33379" y="0"/>
                </a:moveTo>
                <a:lnTo>
                  <a:pt x="5349127" y="0"/>
                </a:lnTo>
                <a:cubicBezTo>
                  <a:pt x="5367561" y="0"/>
                  <a:pt x="5382505" y="14944"/>
                  <a:pt x="5382505" y="33379"/>
                </a:cubicBezTo>
                <a:lnTo>
                  <a:pt x="5382505" y="400560"/>
                </a:lnTo>
                <a:cubicBezTo>
                  <a:pt x="5382505" y="418994"/>
                  <a:pt x="5367561" y="433938"/>
                  <a:pt x="5349127" y="433938"/>
                </a:cubicBezTo>
                <a:lnTo>
                  <a:pt x="33379" y="433938"/>
                </a:lnTo>
                <a:cubicBezTo>
                  <a:pt x="14944" y="433938"/>
                  <a:pt x="0" y="418994"/>
                  <a:pt x="0" y="400560"/>
                </a:cubicBezTo>
                <a:lnTo>
                  <a:pt x="0" y="33379"/>
                </a:lnTo>
                <a:cubicBezTo>
                  <a:pt x="0" y="14956"/>
                  <a:pt x="14956" y="0"/>
                  <a:pt x="3337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439448" y="5332435"/>
            <a:ext cx="1426990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 Improvement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267925" y="5315745"/>
            <a:ext cx="425593" cy="23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3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&gt;98%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39308" y="5749684"/>
            <a:ext cx="5382505" cy="433938"/>
          </a:xfrm>
          <a:custGeom>
            <a:avLst/>
            <a:gdLst/>
            <a:ahLst/>
            <a:cxnLst/>
            <a:rect l="l" t="t" r="r" b="b"/>
            <a:pathLst>
              <a:path w="5382505" h="433938">
                <a:moveTo>
                  <a:pt x="33379" y="0"/>
                </a:moveTo>
                <a:lnTo>
                  <a:pt x="5349127" y="0"/>
                </a:lnTo>
                <a:cubicBezTo>
                  <a:pt x="5367561" y="0"/>
                  <a:pt x="5382505" y="14944"/>
                  <a:pt x="5382505" y="33379"/>
                </a:cubicBezTo>
                <a:lnTo>
                  <a:pt x="5382505" y="400560"/>
                </a:lnTo>
                <a:cubicBezTo>
                  <a:pt x="5382505" y="418994"/>
                  <a:pt x="5367561" y="433938"/>
                  <a:pt x="5349127" y="433938"/>
                </a:cubicBezTo>
                <a:lnTo>
                  <a:pt x="33379" y="433938"/>
                </a:lnTo>
                <a:cubicBezTo>
                  <a:pt x="14944" y="433938"/>
                  <a:pt x="0" y="418994"/>
                  <a:pt x="0" y="400560"/>
                </a:cubicBezTo>
                <a:lnTo>
                  <a:pt x="0" y="33379"/>
                </a:lnTo>
                <a:cubicBezTo>
                  <a:pt x="0" y="14956"/>
                  <a:pt x="14956" y="0"/>
                  <a:pt x="3337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439448" y="5866513"/>
            <a:ext cx="1009741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Inference Speed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443691" y="5849823"/>
            <a:ext cx="250349" cy="23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3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&lt;1s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39308" y="6283762"/>
            <a:ext cx="5382505" cy="433938"/>
          </a:xfrm>
          <a:custGeom>
            <a:avLst/>
            <a:gdLst/>
            <a:ahLst/>
            <a:cxnLst/>
            <a:rect l="l" t="t" r="r" b="b"/>
            <a:pathLst>
              <a:path w="5382505" h="433938">
                <a:moveTo>
                  <a:pt x="33379" y="0"/>
                </a:moveTo>
                <a:lnTo>
                  <a:pt x="5349127" y="0"/>
                </a:lnTo>
                <a:cubicBezTo>
                  <a:pt x="5367561" y="0"/>
                  <a:pt x="5382505" y="14944"/>
                  <a:pt x="5382505" y="33379"/>
                </a:cubicBezTo>
                <a:lnTo>
                  <a:pt x="5382505" y="400560"/>
                </a:lnTo>
                <a:cubicBezTo>
                  <a:pt x="5382505" y="418994"/>
                  <a:pt x="5367561" y="433938"/>
                  <a:pt x="5349127" y="433938"/>
                </a:cubicBezTo>
                <a:lnTo>
                  <a:pt x="33379" y="433938"/>
                </a:lnTo>
                <a:cubicBezTo>
                  <a:pt x="14944" y="433938"/>
                  <a:pt x="0" y="418994"/>
                  <a:pt x="0" y="400560"/>
                </a:cubicBezTo>
                <a:lnTo>
                  <a:pt x="0" y="33379"/>
                </a:lnTo>
                <a:cubicBezTo>
                  <a:pt x="0" y="14956"/>
                  <a:pt x="14956" y="0"/>
                  <a:pt x="3337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6439448" y="6400591"/>
            <a:ext cx="1268435" cy="200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Compatibility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802041" y="6383901"/>
            <a:ext cx="892912" cy="233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3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iOS/Android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picture.iczhiku.com/c41d6c789b03023e4b54b59ad1fe22af57fdf704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15617" b="15617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98872" y="4857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0716" y="0"/>
                </a:moveTo>
                <a:cubicBezTo>
                  <a:pt x="16643" y="0"/>
                  <a:pt x="21431" y="4789"/>
                  <a:pt x="21431" y="10716"/>
                </a:cubicBezTo>
                <a:lnTo>
                  <a:pt x="21431" y="16073"/>
                </a:lnTo>
                <a:lnTo>
                  <a:pt x="44537" y="10314"/>
                </a:lnTo>
                <a:cubicBezTo>
                  <a:pt x="57295" y="7133"/>
                  <a:pt x="70757" y="8606"/>
                  <a:pt x="82544" y="14500"/>
                </a:cubicBezTo>
                <a:cubicBezTo>
                  <a:pt x="98048" y="22268"/>
                  <a:pt x="116298" y="22268"/>
                  <a:pt x="131802" y="14500"/>
                </a:cubicBezTo>
                <a:lnTo>
                  <a:pt x="135017" y="12892"/>
                </a:lnTo>
                <a:cubicBezTo>
                  <a:pt x="141915" y="9410"/>
                  <a:pt x="150019" y="14433"/>
                  <a:pt x="150019" y="22134"/>
                </a:cubicBezTo>
                <a:lnTo>
                  <a:pt x="150019" y="115796"/>
                </a:lnTo>
                <a:cubicBezTo>
                  <a:pt x="150019" y="120249"/>
                  <a:pt x="147239" y="124268"/>
                  <a:pt x="143054" y="125842"/>
                </a:cubicBezTo>
                <a:lnTo>
                  <a:pt x="131434" y="130195"/>
                </a:lnTo>
                <a:cubicBezTo>
                  <a:pt x="115963" y="135988"/>
                  <a:pt x="98751" y="135084"/>
                  <a:pt x="83984" y="127717"/>
                </a:cubicBezTo>
                <a:cubicBezTo>
                  <a:pt x="71292" y="121354"/>
                  <a:pt x="56726" y="119781"/>
                  <a:pt x="42963" y="123230"/>
                </a:cubicBezTo>
                <a:lnTo>
                  <a:pt x="21431" y="128588"/>
                </a:lnTo>
                <a:lnTo>
                  <a:pt x="21431" y="160734"/>
                </a:lnTo>
                <a:cubicBezTo>
                  <a:pt x="21431" y="166661"/>
                  <a:pt x="16643" y="171450"/>
                  <a:pt x="10716" y="171450"/>
                </a:cubicBezTo>
                <a:cubicBezTo>
                  <a:pt x="4789" y="171450"/>
                  <a:pt x="0" y="166661"/>
                  <a:pt x="0" y="160734"/>
                </a:cubicBezTo>
                <a:lnTo>
                  <a:pt x="0" y="10716"/>
                </a:lnTo>
                <a:cubicBezTo>
                  <a:pt x="0" y="4789"/>
                  <a:pt x="4789" y="0"/>
                  <a:pt x="10716" y="0"/>
                </a:cubicBezTo>
                <a:close/>
                <a:moveTo>
                  <a:pt x="21431" y="62653"/>
                </a:moveTo>
                <a:lnTo>
                  <a:pt x="42863" y="57998"/>
                </a:lnTo>
                <a:lnTo>
                  <a:pt x="42863" y="79932"/>
                </a:lnTo>
                <a:lnTo>
                  <a:pt x="21431" y="84586"/>
                </a:lnTo>
                <a:lnTo>
                  <a:pt x="21431" y="106520"/>
                </a:lnTo>
                <a:lnTo>
                  <a:pt x="37773" y="102435"/>
                </a:lnTo>
                <a:cubicBezTo>
                  <a:pt x="39480" y="101999"/>
                  <a:pt x="41155" y="101631"/>
                  <a:pt x="42863" y="101330"/>
                </a:cubicBezTo>
                <a:lnTo>
                  <a:pt x="42863" y="79932"/>
                </a:lnTo>
                <a:lnTo>
                  <a:pt x="55889" y="77119"/>
                </a:lnTo>
                <a:cubicBezTo>
                  <a:pt x="58668" y="76516"/>
                  <a:pt x="61481" y="76282"/>
                  <a:pt x="64294" y="76416"/>
                </a:cubicBezTo>
                <a:lnTo>
                  <a:pt x="64294" y="54985"/>
                </a:lnTo>
                <a:cubicBezTo>
                  <a:pt x="68848" y="55118"/>
                  <a:pt x="73402" y="55855"/>
                  <a:pt x="77822" y="57128"/>
                </a:cubicBezTo>
                <a:lnTo>
                  <a:pt x="85725" y="59438"/>
                </a:lnTo>
                <a:lnTo>
                  <a:pt x="85725" y="81774"/>
                </a:lnTo>
                <a:lnTo>
                  <a:pt x="71761" y="77655"/>
                </a:lnTo>
                <a:cubicBezTo>
                  <a:pt x="69317" y="76952"/>
                  <a:pt x="66805" y="76516"/>
                  <a:pt x="64294" y="76382"/>
                </a:cubicBezTo>
                <a:lnTo>
                  <a:pt x="64294" y="100292"/>
                </a:lnTo>
                <a:cubicBezTo>
                  <a:pt x="71594" y="100928"/>
                  <a:pt x="78793" y="102535"/>
                  <a:pt x="85725" y="105114"/>
                </a:cubicBezTo>
                <a:lnTo>
                  <a:pt x="85725" y="81740"/>
                </a:lnTo>
                <a:lnTo>
                  <a:pt x="93326" y="83984"/>
                </a:lnTo>
                <a:cubicBezTo>
                  <a:pt x="97847" y="85323"/>
                  <a:pt x="102468" y="86127"/>
                  <a:pt x="107156" y="86462"/>
                </a:cubicBezTo>
                <a:lnTo>
                  <a:pt x="107156" y="64963"/>
                </a:lnTo>
                <a:cubicBezTo>
                  <a:pt x="104544" y="64696"/>
                  <a:pt x="101932" y="64193"/>
                  <a:pt x="99387" y="63457"/>
                </a:cubicBezTo>
                <a:lnTo>
                  <a:pt x="85725" y="59438"/>
                </a:lnTo>
                <a:lnTo>
                  <a:pt x="85725" y="38677"/>
                </a:lnTo>
                <a:cubicBezTo>
                  <a:pt x="81372" y="37404"/>
                  <a:pt x="77086" y="35730"/>
                  <a:pt x="72933" y="33654"/>
                </a:cubicBezTo>
                <a:cubicBezTo>
                  <a:pt x="70187" y="32281"/>
                  <a:pt x="67274" y="31310"/>
                  <a:pt x="64294" y="30707"/>
                </a:cubicBezTo>
                <a:lnTo>
                  <a:pt x="64294" y="54951"/>
                </a:lnTo>
                <a:cubicBezTo>
                  <a:pt x="59941" y="54817"/>
                  <a:pt x="55587" y="55219"/>
                  <a:pt x="51335" y="56157"/>
                </a:cubicBezTo>
                <a:lnTo>
                  <a:pt x="42863" y="57998"/>
                </a:lnTo>
                <a:lnTo>
                  <a:pt x="42863" y="32817"/>
                </a:lnTo>
                <a:lnTo>
                  <a:pt x="21431" y="38174"/>
                </a:lnTo>
                <a:lnTo>
                  <a:pt x="21431" y="62653"/>
                </a:lnTo>
                <a:close/>
                <a:moveTo>
                  <a:pt x="107156" y="112414"/>
                </a:moveTo>
                <a:cubicBezTo>
                  <a:pt x="112782" y="112916"/>
                  <a:pt x="118508" y="112179"/>
                  <a:pt x="123899" y="110137"/>
                </a:cubicBezTo>
                <a:lnTo>
                  <a:pt x="128588" y="108395"/>
                </a:lnTo>
                <a:lnTo>
                  <a:pt x="128588" y="84386"/>
                </a:lnTo>
                <a:lnTo>
                  <a:pt x="125942" y="84988"/>
                </a:lnTo>
                <a:cubicBezTo>
                  <a:pt x="119781" y="86428"/>
                  <a:pt x="113452" y="86897"/>
                  <a:pt x="107156" y="86495"/>
                </a:cubicBezTo>
                <a:lnTo>
                  <a:pt x="107156" y="112414"/>
                </a:lnTo>
                <a:close/>
                <a:moveTo>
                  <a:pt x="128588" y="62385"/>
                </a:moveTo>
                <a:lnTo>
                  <a:pt x="128588" y="38677"/>
                </a:lnTo>
                <a:cubicBezTo>
                  <a:pt x="121589" y="40719"/>
                  <a:pt x="114389" y="41724"/>
                  <a:pt x="107156" y="41724"/>
                </a:cubicBezTo>
                <a:lnTo>
                  <a:pt x="107156" y="64963"/>
                </a:lnTo>
                <a:cubicBezTo>
                  <a:pt x="111811" y="65432"/>
                  <a:pt x="116532" y="65131"/>
                  <a:pt x="121120" y="64093"/>
                </a:cubicBezTo>
                <a:lnTo>
                  <a:pt x="128588" y="62352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6" name="Text 3"/>
          <p:cNvSpPr/>
          <p:nvPr/>
        </p:nvSpPr>
        <p:spPr>
          <a:xfrm>
            <a:off x="876300" y="457200"/>
            <a:ext cx="847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8382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12954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9" name="Shape 6"/>
          <p:cNvSpPr/>
          <p:nvPr/>
        </p:nvSpPr>
        <p:spPr>
          <a:xfrm>
            <a:off x="400050" y="1485900"/>
            <a:ext cx="5581650" cy="2419350"/>
          </a:xfrm>
          <a:custGeom>
            <a:avLst/>
            <a:gdLst/>
            <a:ahLst/>
            <a:cxnLst/>
            <a:rect l="l" t="t" r="r" b="b"/>
            <a:pathLst>
              <a:path w="5581650" h="2419350">
                <a:moveTo>
                  <a:pt x="38100" y="0"/>
                </a:moveTo>
                <a:lnTo>
                  <a:pt x="5505440" y="0"/>
                </a:lnTo>
                <a:cubicBezTo>
                  <a:pt x="5547530" y="0"/>
                  <a:pt x="5581650" y="34120"/>
                  <a:pt x="5581650" y="76210"/>
                </a:cubicBezTo>
                <a:lnTo>
                  <a:pt x="5581650" y="2343140"/>
                </a:lnTo>
                <a:cubicBezTo>
                  <a:pt x="5581650" y="2385230"/>
                  <a:pt x="5547530" y="2419350"/>
                  <a:pt x="5505440" y="2419350"/>
                </a:cubicBezTo>
                <a:lnTo>
                  <a:pt x="38100" y="2419350"/>
                </a:lnTo>
                <a:cubicBezTo>
                  <a:pt x="17072" y="2419350"/>
                  <a:pt x="0" y="2402278"/>
                  <a:pt x="0" y="2381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00050" y="1485900"/>
            <a:ext cx="38100" cy="2419350"/>
          </a:xfrm>
          <a:custGeom>
            <a:avLst/>
            <a:gdLst/>
            <a:ahLst/>
            <a:cxnLst/>
            <a:rect l="l" t="t" r="r" b="b"/>
            <a:pathLst>
              <a:path w="38100" h="2419350">
                <a:moveTo>
                  <a:pt x="38100" y="0"/>
                </a:moveTo>
                <a:lnTo>
                  <a:pt x="38100" y="0"/>
                </a:lnTo>
                <a:lnTo>
                  <a:pt x="38100" y="2419350"/>
                </a:lnTo>
                <a:lnTo>
                  <a:pt x="38100" y="2419350"/>
                </a:lnTo>
                <a:cubicBezTo>
                  <a:pt x="17072" y="2419350"/>
                  <a:pt x="0" y="2402278"/>
                  <a:pt x="0" y="2381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1" name="Shape 8"/>
          <p:cNvSpPr/>
          <p:nvPr/>
        </p:nvSpPr>
        <p:spPr>
          <a:xfrm>
            <a:off x="600075" y="1676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2" name="Text 9"/>
          <p:cNvSpPr/>
          <p:nvPr/>
        </p:nvSpPr>
        <p:spPr>
          <a:xfrm>
            <a:off x="857250" y="1638300"/>
            <a:ext cx="5086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Achievements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71500" y="2057400"/>
            <a:ext cx="5334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Successfully developed an autonomous deepfake detection system addressing critical cybersecurity challenges through AI-driven classification, achieving high accuracy and real-time performance.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81025" y="29527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5" name="Text 12"/>
          <p:cNvSpPr/>
          <p:nvPr/>
        </p:nvSpPr>
        <p:spPr>
          <a:xfrm>
            <a:off x="838200" y="2914650"/>
            <a:ext cx="2105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system integration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81025" y="32575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7" name="Text 14"/>
          <p:cNvSpPr/>
          <p:nvPr/>
        </p:nvSpPr>
        <p:spPr>
          <a:xfrm>
            <a:off x="838200" y="3219450"/>
            <a:ext cx="1924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High-accuracy classification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81025" y="35623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9" name="Text 16"/>
          <p:cNvSpPr/>
          <p:nvPr/>
        </p:nvSpPr>
        <p:spPr>
          <a:xfrm>
            <a:off x="838200" y="3524250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web deployment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00050" y="4019550"/>
            <a:ext cx="5581650" cy="2419350"/>
          </a:xfrm>
          <a:custGeom>
            <a:avLst/>
            <a:gdLst/>
            <a:ahLst/>
            <a:cxnLst/>
            <a:rect l="l" t="t" r="r" b="b"/>
            <a:pathLst>
              <a:path w="5581650" h="2419350">
                <a:moveTo>
                  <a:pt x="38100" y="0"/>
                </a:moveTo>
                <a:lnTo>
                  <a:pt x="5505440" y="0"/>
                </a:lnTo>
                <a:cubicBezTo>
                  <a:pt x="5547530" y="0"/>
                  <a:pt x="5581650" y="34120"/>
                  <a:pt x="5581650" y="76210"/>
                </a:cubicBezTo>
                <a:lnTo>
                  <a:pt x="5581650" y="2343140"/>
                </a:lnTo>
                <a:cubicBezTo>
                  <a:pt x="5581650" y="2385230"/>
                  <a:pt x="5547530" y="2419350"/>
                  <a:pt x="5505440" y="2419350"/>
                </a:cubicBezTo>
                <a:lnTo>
                  <a:pt x="38100" y="2419350"/>
                </a:lnTo>
                <a:cubicBezTo>
                  <a:pt x="17072" y="2419350"/>
                  <a:pt x="0" y="2402278"/>
                  <a:pt x="0" y="2381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400050" y="4019550"/>
            <a:ext cx="38100" cy="2419350"/>
          </a:xfrm>
          <a:custGeom>
            <a:avLst/>
            <a:gdLst/>
            <a:ahLst/>
            <a:cxnLst/>
            <a:rect l="l" t="t" r="r" b="b"/>
            <a:pathLst>
              <a:path w="38100" h="2419350">
                <a:moveTo>
                  <a:pt x="38100" y="0"/>
                </a:moveTo>
                <a:lnTo>
                  <a:pt x="38100" y="0"/>
                </a:lnTo>
                <a:lnTo>
                  <a:pt x="38100" y="2419350"/>
                </a:lnTo>
                <a:lnTo>
                  <a:pt x="38100" y="2419350"/>
                </a:lnTo>
                <a:cubicBezTo>
                  <a:pt x="17072" y="2419350"/>
                  <a:pt x="0" y="2402278"/>
                  <a:pt x="0" y="2381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2" name="Shape 19"/>
          <p:cNvSpPr/>
          <p:nvPr/>
        </p:nvSpPr>
        <p:spPr>
          <a:xfrm>
            <a:off x="600075" y="42100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3" name="Text 20"/>
          <p:cNvSpPr/>
          <p:nvPr/>
        </p:nvSpPr>
        <p:spPr>
          <a:xfrm>
            <a:off x="857250" y="4171950"/>
            <a:ext cx="5086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Cybersecurity Contribution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71500" y="4591050"/>
            <a:ext cx="5334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Demonstrates practical AI application in combating digital deception, contributing to enhanced digital forensics capabilities and maintaining public trust in visual media.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90550" y="5486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5426" y="863"/>
                </a:moveTo>
                <a:cubicBezTo>
                  <a:pt x="74176" y="298"/>
                  <a:pt x="72836" y="0"/>
                  <a:pt x="71438" y="0"/>
                </a:cubicBezTo>
                <a:cubicBezTo>
                  <a:pt x="70039" y="0"/>
                  <a:pt x="68699" y="298"/>
                  <a:pt x="67449" y="863"/>
                </a:cubicBezTo>
                <a:lnTo>
                  <a:pt x="11400" y="24646"/>
                </a:lnTo>
                <a:cubicBezTo>
                  <a:pt x="4852" y="27414"/>
                  <a:pt x="-30" y="33873"/>
                  <a:pt x="0" y="41672"/>
                </a:cubicBezTo>
                <a:cubicBezTo>
                  <a:pt x="149" y="71199"/>
                  <a:pt x="12293" y="125224"/>
                  <a:pt x="63579" y="149781"/>
                </a:cubicBezTo>
                <a:cubicBezTo>
                  <a:pt x="68550" y="152162"/>
                  <a:pt x="74325" y="152162"/>
                  <a:pt x="79296" y="149781"/>
                </a:cubicBezTo>
                <a:cubicBezTo>
                  <a:pt x="130612" y="125224"/>
                  <a:pt x="142756" y="71199"/>
                  <a:pt x="142875" y="41672"/>
                </a:cubicBezTo>
                <a:cubicBezTo>
                  <a:pt x="142905" y="33873"/>
                  <a:pt x="138023" y="27414"/>
                  <a:pt x="131475" y="24646"/>
                </a:cubicBezTo>
                <a:lnTo>
                  <a:pt x="75426" y="863"/>
                </a:lnTo>
                <a:close/>
                <a:moveTo>
                  <a:pt x="71438" y="38100"/>
                </a:moveTo>
                <a:cubicBezTo>
                  <a:pt x="75396" y="38100"/>
                  <a:pt x="78581" y="41285"/>
                  <a:pt x="78581" y="45244"/>
                </a:cubicBezTo>
                <a:cubicBezTo>
                  <a:pt x="78581" y="52060"/>
                  <a:pt x="86826" y="55483"/>
                  <a:pt x="91648" y="50661"/>
                </a:cubicBezTo>
                <a:cubicBezTo>
                  <a:pt x="94446" y="47863"/>
                  <a:pt x="98971" y="47863"/>
                  <a:pt x="101739" y="50661"/>
                </a:cubicBezTo>
                <a:cubicBezTo>
                  <a:pt x="104507" y="53459"/>
                  <a:pt x="104537" y="57983"/>
                  <a:pt x="101739" y="60752"/>
                </a:cubicBezTo>
                <a:cubicBezTo>
                  <a:pt x="96917" y="65574"/>
                  <a:pt x="100340" y="73819"/>
                  <a:pt x="107156" y="73819"/>
                </a:cubicBezTo>
                <a:cubicBezTo>
                  <a:pt x="111115" y="73819"/>
                  <a:pt x="114300" y="77004"/>
                  <a:pt x="114300" y="80962"/>
                </a:cubicBezTo>
                <a:cubicBezTo>
                  <a:pt x="114300" y="84921"/>
                  <a:pt x="111115" y="88106"/>
                  <a:pt x="107156" y="88106"/>
                </a:cubicBezTo>
                <a:cubicBezTo>
                  <a:pt x="100340" y="88106"/>
                  <a:pt x="96917" y="96351"/>
                  <a:pt x="101739" y="101173"/>
                </a:cubicBezTo>
                <a:cubicBezTo>
                  <a:pt x="104537" y="103971"/>
                  <a:pt x="104537" y="108496"/>
                  <a:pt x="101739" y="111264"/>
                </a:cubicBezTo>
                <a:cubicBezTo>
                  <a:pt x="98941" y="114032"/>
                  <a:pt x="94417" y="114062"/>
                  <a:pt x="91648" y="111264"/>
                </a:cubicBezTo>
                <a:cubicBezTo>
                  <a:pt x="86826" y="106442"/>
                  <a:pt x="78581" y="109865"/>
                  <a:pt x="78581" y="116681"/>
                </a:cubicBezTo>
                <a:cubicBezTo>
                  <a:pt x="78581" y="120640"/>
                  <a:pt x="75396" y="123825"/>
                  <a:pt x="71438" y="123825"/>
                </a:cubicBezTo>
                <a:cubicBezTo>
                  <a:pt x="67479" y="123825"/>
                  <a:pt x="64294" y="120640"/>
                  <a:pt x="64294" y="116681"/>
                </a:cubicBezTo>
                <a:cubicBezTo>
                  <a:pt x="64294" y="109865"/>
                  <a:pt x="56049" y="106442"/>
                  <a:pt x="51227" y="111264"/>
                </a:cubicBezTo>
                <a:cubicBezTo>
                  <a:pt x="48429" y="114062"/>
                  <a:pt x="43904" y="114062"/>
                  <a:pt x="41136" y="111264"/>
                </a:cubicBezTo>
                <a:cubicBezTo>
                  <a:pt x="38368" y="108466"/>
                  <a:pt x="38338" y="103942"/>
                  <a:pt x="41136" y="101173"/>
                </a:cubicBezTo>
                <a:cubicBezTo>
                  <a:pt x="45958" y="96351"/>
                  <a:pt x="42535" y="88106"/>
                  <a:pt x="35719" y="88106"/>
                </a:cubicBezTo>
                <a:cubicBezTo>
                  <a:pt x="31760" y="88106"/>
                  <a:pt x="28575" y="84921"/>
                  <a:pt x="28575" y="80962"/>
                </a:cubicBezTo>
                <a:cubicBezTo>
                  <a:pt x="28575" y="77004"/>
                  <a:pt x="31760" y="73819"/>
                  <a:pt x="35719" y="73819"/>
                </a:cubicBezTo>
                <a:cubicBezTo>
                  <a:pt x="42535" y="73819"/>
                  <a:pt x="45958" y="65574"/>
                  <a:pt x="41136" y="60752"/>
                </a:cubicBezTo>
                <a:cubicBezTo>
                  <a:pt x="38338" y="57954"/>
                  <a:pt x="38338" y="53429"/>
                  <a:pt x="41136" y="50661"/>
                </a:cubicBezTo>
                <a:cubicBezTo>
                  <a:pt x="43934" y="47893"/>
                  <a:pt x="48458" y="47863"/>
                  <a:pt x="51227" y="50661"/>
                </a:cubicBezTo>
                <a:cubicBezTo>
                  <a:pt x="56049" y="55483"/>
                  <a:pt x="64294" y="52060"/>
                  <a:pt x="64294" y="45244"/>
                </a:cubicBezTo>
                <a:cubicBezTo>
                  <a:pt x="64294" y="41285"/>
                  <a:pt x="67479" y="38100"/>
                  <a:pt x="71438" y="38100"/>
                </a:cubicBezTo>
                <a:close/>
                <a:moveTo>
                  <a:pt x="61912" y="78581"/>
                </a:moveTo>
                <a:cubicBezTo>
                  <a:pt x="65855" y="78581"/>
                  <a:pt x="69056" y="75380"/>
                  <a:pt x="69056" y="71438"/>
                </a:cubicBezTo>
                <a:cubicBezTo>
                  <a:pt x="69056" y="67495"/>
                  <a:pt x="65855" y="64294"/>
                  <a:pt x="61912" y="64294"/>
                </a:cubicBezTo>
                <a:cubicBezTo>
                  <a:pt x="57970" y="64294"/>
                  <a:pt x="54769" y="67495"/>
                  <a:pt x="54769" y="71438"/>
                </a:cubicBezTo>
                <a:cubicBezTo>
                  <a:pt x="54769" y="75380"/>
                  <a:pt x="57970" y="78581"/>
                  <a:pt x="61912" y="78581"/>
                </a:cubicBezTo>
                <a:close/>
                <a:moveTo>
                  <a:pt x="88106" y="90488"/>
                </a:moveTo>
                <a:cubicBezTo>
                  <a:pt x="88106" y="86545"/>
                  <a:pt x="84905" y="83344"/>
                  <a:pt x="80962" y="83344"/>
                </a:cubicBezTo>
                <a:cubicBezTo>
                  <a:pt x="77020" y="83344"/>
                  <a:pt x="73819" y="86545"/>
                  <a:pt x="73819" y="90488"/>
                </a:cubicBezTo>
                <a:cubicBezTo>
                  <a:pt x="73819" y="94430"/>
                  <a:pt x="77020" y="97631"/>
                  <a:pt x="80962" y="97631"/>
                </a:cubicBezTo>
                <a:cubicBezTo>
                  <a:pt x="84905" y="97631"/>
                  <a:pt x="88106" y="94430"/>
                  <a:pt x="88106" y="90488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6" name="Text 23"/>
          <p:cNvSpPr/>
          <p:nvPr/>
        </p:nvSpPr>
        <p:spPr>
          <a:xfrm>
            <a:off x="838200" y="5448300"/>
            <a:ext cx="1609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Misinformation combat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90550" y="5791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288" y="76200"/>
                </a:moveTo>
                <a:cubicBezTo>
                  <a:pt x="14288" y="41999"/>
                  <a:pt x="41999" y="14288"/>
                  <a:pt x="76200" y="14288"/>
                </a:cubicBezTo>
                <a:cubicBezTo>
                  <a:pt x="94982" y="14288"/>
                  <a:pt x="111800" y="22652"/>
                  <a:pt x="123170" y="35868"/>
                </a:cubicBezTo>
                <a:cubicBezTo>
                  <a:pt x="125730" y="38874"/>
                  <a:pt x="130254" y="39201"/>
                  <a:pt x="133231" y="36641"/>
                </a:cubicBezTo>
                <a:cubicBezTo>
                  <a:pt x="136208" y="34082"/>
                  <a:pt x="136565" y="29557"/>
                  <a:pt x="134005" y="26581"/>
                </a:cubicBezTo>
                <a:cubicBezTo>
                  <a:pt x="120045" y="10299"/>
                  <a:pt x="99328" y="0"/>
                  <a:pt x="76200" y="0"/>
                </a:cubicBezTo>
                <a:cubicBezTo>
                  <a:pt x="34111" y="0"/>
                  <a:pt x="0" y="34111"/>
                  <a:pt x="0" y="76200"/>
                </a:cubicBezTo>
                <a:lnTo>
                  <a:pt x="0" y="88106"/>
                </a:lnTo>
                <a:cubicBezTo>
                  <a:pt x="0" y="92065"/>
                  <a:pt x="3185" y="95250"/>
                  <a:pt x="7144" y="95250"/>
                </a:cubicBezTo>
                <a:cubicBezTo>
                  <a:pt x="11103" y="95250"/>
                  <a:pt x="14288" y="92065"/>
                  <a:pt x="14288" y="88106"/>
                </a:cubicBezTo>
                <a:lnTo>
                  <a:pt x="14288" y="76200"/>
                </a:lnTo>
                <a:close/>
                <a:moveTo>
                  <a:pt x="150763" y="60454"/>
                </a:moveTo>
                <a:cubicBezTo>
                  <a:pt x="149959" y="56584"/>
                  <a:pt x="146149" y="54114"/>
                  <a:pt x="142309" y="54947"/>
                </a:cubicBezTo>
                <a:cubicBezTo>
                  <a:pt x="138470" y="55781"/>
                  <a:pt x="135969" y="59561"/>
                  <a:pt x="136803" y="63401"/>
                </a:cubicBezTo>
                <a:cubicBezTo>
                  <a:pt x="137666" y="67538"/>
                  <a:pt x="138142" y="71824"/>
                  <a:pt x="138142" y="76230"/>
                </a:cubicBezTo>
                <a:lnTo>
                  <a:pt x="138142" y="88136"/>
                </a:lnTo>
                <a:cubicBezTo>
                  <a:pt x="138142" y="92095"/>
                  <a:pt x="141327" y="95280"/>
                  <a:pt x="145286" y="95280"/>
                </a:cubicBezTo>
                <a:cubicBezTo>
                  <a:pt x="149245" y="95280"/>
                  <a:pt x="152430" y="92095"/>
                  <a:pt x="152430" y="88136"/>
                </a:cubicBezTo>
                <a:lnTo>
                  <a:pt x="152430" y="76230"/>
                </a:lnTo>
                <a:cubicBezTo>
                  <a:pt x="152430" y="70842"/>
                  <a:pt x="151864" y="65574"/>
                  <a:pt x="150793" y="60484"/>
                </a:cubicBezTo>
                <a:close/>
                <a:moveTo>
                  <a:pt x="76200" y="23813"/>
                </a:moveTo>
                <a:cubicBezTo>
                  <a:pt x="70545" y="23813"/>
                  <a:pt x="65068" y="24705"/>
                  <a:pt x="59978" y="26372"/>
                </a:cubicBezTo>
                <a:cubicBezTo>
                  <a:pt x="55453" y="27861"/>
                  <a:pt x="54412" y="33427"/>
                  <a:pt x="57507" y="37058"/>
                </a:cubicBezTo>
                <a:cubicBezTo>
                  <a:pt x="59621" y="39529"/>
                  <a:pt x="63103" y="40273"/>
                  <a:pt x="66258" y="39410"/>
                </a:cubicBezTo>
                <a:cubicBezTo>
                  <a:pt x="69413" y="38546"/>
                  <a:pt x="72747" y="38100"/>
                  <a:pt x="76200" y="38100"/>
                </a:cubicBezTo>
                <a:cubicBezTo>
                  <a:pt x="97244" y="38100"/>
                  <a:pt x="114300" y="55156"/>
                  <a:pt x="114300" y="76200"/>
                </a:cubicBezTo>
                <a:lnTo>
                  <a:pt x="114300" y="83612"/>
                </a:lnTo>
                <a:cubicBezTo>
                  <a:pt x="114300" y="91113"/>
                  <a:pt x="113854" y="98584"/>
                  <a:pt x="112990" y="106025"/>
                </a:cubicBezTo>
                <a:cubicBezTo>
                  <a:pt x="112484" y="110371"/>
                  <a:pt x="115788" y="114300"/>
                  <a:pt x="120194" y="114300"/>
                </a:cubicBezTo>
                <a:cubicBezTo>
                  <a:pt x="123706" y="114300"/>
                  <a:pt x="126712" y="111740"/>
                  <a:pt x="127129" y="108258"/>
                </a:cubicBezTo>
                <a:cubicBezTo>
                  <a:pt x="128111" y="100102"/>
                  <a:pt x="128617" y="91886"/>
                  <a:pt x="128617" y="83641"/>
                </a:cubicBezTo>
                <a:lnTo>
                  <a:pt x="128617" y="76230"/>
                </a:lnTo>
                <a:cubicBezTo>
                  <a:pt x="128617" y="47298"/>
                  <a:pt x="105162" y="23842"/>
                  <a:pt x="76230" y="23842"/>
                </a:cubicBezTo>
                <a:close/>
                <a:moveTo>
                  <a:pt x="44857" y="44261"/>
                </a:moveTo>
                <a:cubicBezTo>
                  <a:pt x="42148" y="41106"/>
                  <a:pt x="37326" y="40868"/>
                  <a:pt x="34766" y="44142"/>
                </a:cubicBezTo>
                <a:cubicBezTo>
                  <a:pt x="27890" y="53013"/>
                  <a:pt x="23812" y="64115"/>
                  <a:pt x="23812" y="76200"/>
                </a:cubicBezTo>
                <a:lnTo>
                  <a:pt x="23812" y="83612"/>
                </a:lnTo>
                <a:cubicBezTo>
                  <a:pt x="23812" y="90815"/>
                  <a:pt x="23039" y="98018"/>
                  <a:pt x="21491" y="105013"/>
                </a:cubicBezTo>
                <a:cubicBezTo>
                  <a:pt x="20479" y="109657"/>
                  <a:pt x="23842" y="114270"/>
                  <a:pt x="28605" y="114270"/>
                </a:cubicBezTo>
                <a:cubicBezTo>
                  <a:pt x="31730" y="114270"/>
                  <a:pt x="34528" y="112187"/>
                  <a:pt x="35213" y="109121"/>
                </a:cubicBezTo>
                <a:cubicBezTo>
                  <a:pt x="37118" y="100757"/>
                  <a:pt x="38100" y="92214"/>
                  <a:pt x="38100" y="83582"/>
                </a:cubicBezTo>
                <a:lnTo>
                  <a:pt x="38100" y="76170"/>
                </a:lnTo>
                <a:cubicBezTo>
                  <a:pt x="38100" y="68074"/>
                  <a:pt x="40630" y="60573"/>
                  <a:pt x="44916" y="54412"/>
                </a:cubicBezTo>
                <a:cubicBezTo>
                  <a:pt x="47059" y="51316"/>
                  <a:pt x="47298" y="47089"/>
                  <a:pt x="44857" y="44232"/>
                </a:cubicBezTo>
                <a:close/>
                <a:moveTo>
                  <a:pt x="76200" y="47625"/>
                </a:moveTo>
                <a:cubicBezTo>
                  <a:pt x="60424" y="47625"/>
                  <a:pt x="47625" y="60424"/>
                  <a:pt x="47625" y="76200"/>
                </a:cubicBezTo>
                <a:lnTo>
                  <a:pt x="47625" y="83612"/>
                </a:lnTo>
                <a:cubicBezTo>
                  <a:pt x="47625" y="94298"/>
                  <a:pt x="46256" y="104894"/>
                  <a:pt x="43517" y="115193"/>
                </a:cubicBezTo>
                <a:cubicBezTo>
                  <a:pt x="42386" y="119449"/>
                  <a:pt x="45512" y="123825"/>
                  <a:pt x="49917" y="123825"/>
                </a:cubicBezTo>
                <a:cubicBezTo>
                  <a:pt x="52745" y="123825"/>
                  <a:pt x="55245" y="121980"/>
                  <a:pt x="55989" y="119241"/>
                </a:cubicBezTo>
                <a:cubicBezTo>
                  <a:pt x="59115" y="107633"/>
                  <a:pt x="60722" y="95667"/>
                  <a:pt x="60722" y="83612"/>
                </a:cubicBezTo>
                <a:lnTo>
                  <a:pt x="60722" y="76200"/>
                </a:lnTo>
                <a:cubicBezTo>
                  <a:pt x="60722" y="67657"/>
                  <a:pt x="67657" y="60722"/>
                  <a:pt x="76200" y="60722"/>
                </a:cubicBezTo>
                <a:cubicBezTo>
                  <a:pt x="84743" y="60722"/>
                  <a:pt x="91678" y="67657"/>
                  <a:pt x="91678" y="76200"/>
                </a:cubicBezTo>
                <a:lnTo>
                  <a:pt x="91678" y="83612"/>
                </a:lnTo>
                <a:cubicBezTo>
                  <a:pt x="91678" y="94417"/>
                  <a:pt x="90636" y="105162"/>
                  <a:pt x="88583" y="115729"/>
                </a:cubicBezTo>
                <a:cubicBezTo>
                  <a:pt x="87779" y="119866"/>
                  <a:pt x="90874" y="123825"/>
                  <a:pt x="95071" y="123825"/>
                </a:cubicBezTo>
                <a:cubicBezTo>
                  <a:pt x="98108" y="123825"/>
                  <a:pt x="100727" y="121741"/>
                  <a:pt x="101322" y="118765"/>
                </a:cubicBezTo>
                <a:cubicBezTo>
                  <a:pt x="103614" y="107216"/>
                  <a:pt x="104775" y="95458"/>
                  <a:pt x="104775" y="83612"/>
                </a:cubicBezTo>
                <a:lnTo>
                  <a:pt x="104775" y="76200"/>
                </a:lnTo>
                <a:cubicBezTo>
                  <a:pt x="104775" y="60424"/>
                  <a:pt x="91976" y="47625"/>
                  <a:pt x="76200" y="47625"/>
                </a:cubicBezTo>
                <a:close/>
                <a:moveTo>
                  <a:pt x="83344" y="76200"/>
                </a:moveTo>
                <a:cubicBezTo>
                  <a:pt x="83344" y="72241"/>
                  <a:pt x="80159" y="69056"/>
                  <a:pt x="76200" y="69056"/>
                </a:cubicBezTo>
                <a:cubicBezTo>
                  <a:pt x="72241" y="69056"/>
                  <a:pt x="69056" y="72241"/>
                  <a:pt x="69056" y="76200"/>
                </a:cubicBezTo>
                <a:lnTo>
                  <a:pt x="69056" y="83612"/>
                </a:lnTo>
                <a:cubicBezTo>
                  <a:pt x="69056" y="101441"/>
                  <a:pt x="65782" y="119122"/>
                  <a:pt x="59382" y="135761"/>
                </a:cubicBezTo>
                <a:lnTo>
                  <a:pt x="57626" y="140315"/>
                </a:lnTo>
                <a:cubicBezTo>
                  <a:pt x="56197" y="144006"/>
                  <a:pt x="58043" y="148144"/>
                  <a:pt x="61734" y="149543"/>
                </a:cubicBezTo>
                <a:cubicBezTo>
                  <a:pt x="65425" y="150941"/>
                  <a:pt x="69562" y="149126"/>
                  <a:pt x="70961" y="145435"/>
                </a:cubicBezTo>
                <a:lnTo>
                  <a:pt x="72717" y="140881"/>
                </a:lnTo>
                <a:cubicBezTo>
                  <a:pt x="79742" y="122605"/>
                  <a:pt x="83344" y="103197"/>
                  <a:pt x="83344" y="83612"/>
                </a:cubicBezTo>
                <a:lnTo>
                  <a:pt x="83344" y="7620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8" name="Text 25"/>
          <p:cNvSpPr/>
          <p:nvPr/>
        </p:nvSpPr>
        <p:spPr>
          <a:xfrm>
            <a:off x="838200" y="5753100"/>
            <a:ext cx="1647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Evidence authentication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590550" y="6096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616" y="68014"/>
                </a:moveTo>
                <a:cubicBezTo>
                  <a:pt x="23574" y="40332"/>
                  <a:pt x="47417" y="19050"/>
                  <a:pt x="76200" y="19050"/>
                </a:cubicBezTo>
                <a:cubicBezTo>
                  <a:pt x="91976" y="19050"/>
                  <a:pt x="106263" y="25450"/>
                  <a:pt x="116622" y="35778"/>
                </a:cubicBezTo>
                <a:cubicBezTo>
                  <a:pt x="116681" y="35838"/>
                  <a:pt x="116741" y="35897"/>
                  <a:pt x="116800" y="35957"/>
                </a:cubicBezTo>
                <a:lnTo>
                  <a:pt x="119063" y="38100"/>
                </a:lnTo>
                <a:lnTo>
                  <a:pt x="104805" y="38100"/>
                </a:lnTo>
                <a:cubicBezTo>
                  <a:pt x="99536" y="38100"/>
                  <a:pt x="95280" y="42356"/>
                  <a:pt x="95280" y="47625"/>
                </a:cubicBezTo>
                <a:cubicBezTo>
                  <a:pt x="95280" y="52894"/>
                  <a:pt x="99536" y="57150"/>
                  <a:pt x="104805" y="57150"/>
                </a:cubicBezTo>
                <a:lnTo>
                  <a:pt x="142905" y="57150"/>
                </a:lnTo>
                <a:cubicBezTo>
                  <a:pt x="148173" y="57150"/>
                  <a:pt x="152430" y="52894"/>
                  <a:pt x="152430" y="47625"/>
                </a:cubicBezTo>
                <a:lnTo>
                  <a:pt x="152430" y="9525"/>
                </a:lnTo>
                <a:cubicBezTo>
                  <a:pt x="152430" y="4256"/>
                  <a:pt x="148173" y="0"/>
                  <a:pt x="142905" y="0"/>
                </a:cubicBezTo>
                <a:cubicBezTo>
                  <a:pt x="137636" y="0"/>
                  <a:pt x="133380" y="4256"/>
                  <a:pt x="133380" y="9525"/>
                </a:cubicBezTo>
                <a:lnTo>
                  <a:pt x="133380" y="25420"/>
                </a:lnTo>
                <a:lnTo>
                  <a:pt x="130016" y="22235"/>
                </a:lnTo>
                <a:cubicBezTo>
                  <a:pt x="116235" y="8513"/>
                  <a:pt x="9718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lose/>
                <a:moveTo>
                  <a:pt x="151626" y="87064"/>
                </a:moveTo>
                <a:cubicBezTo>
                  <a:pt x="152370" y="81855"/>
                  <a:pt x="148739" y="77033"/>
                  <a:pt x="143560" y="76289"/>
                </a:cubicBezTo>
                <a:cubicBezTo>
                  <a:pt x="138380" y="75545"/>
                  <a:pt x="133529" y="79177"/>
                  <a:pt x="132784" y="84356"/>
                </a:cubicBezTo>
                <a:cubicBezTo>
                  <a:pt x="128826" y="112038"/>
                  <a:pt x="104983" y="133320"/>
                  <a:pt x="76200" y="133320"/>
                </a:cubicBezTo>
                <a:cubicBezTo>
                  <a:pt x="60424" y="133320"/>
                  <a:pt x="46137" y="126921"/>
                  <a:pt x="35778" y="116592"/>
                </a:cubicBezTo>
                <a:cubicBezTo>
                  <a:pt x="35719" y="116532"/>
                  <a:pt x="35659" y="116473"/>
                  <a:pt x="35600" y="116413"/>
                </a:cubicBezTo>
                <a:lnTo>
                  <a:pt x="33337" y="114270"/>
                </a:lnTo>
                <a:lnTo>
                  <a:pt x="47595" y="114270"/>
                </a:lnTo>
                <a:cubicBezTo>
                  <a:pt x="52864" y="114270"/>
                  <a:pt x="57120" y="110014"/>
                  <a:pt x="57120" y="104745"/>
                </a:cubicBezTo>
                <a:cubicBezTo>
                  <a:pt x="57120" y="99477"/>
                  <a:pt x="52864" y="95220"/>
                  <a:pt x="47595" y="95220"/>
                </a:cubicBezTo>
                <a:lnTo>
                  <a:pt x="9525" y="95250"/>
                </a:lnTo>
                <a:cubicBezTo>
                  <a:pt x="6995" y="95250"/>
                  <a:pt x="4554" y="96262"/>
                  <a:pt x="2768" y="98078"/>
                </a:cubicBezTo>
                <a:cubicBezTo>
                  <a:pt x="982" y="99893"/>
                  <a:pt x="-30" y="102304"/>
                  <a:pt x="0" y="104864"/>
                </a:cubicBezTo>
                <a:lnTo>
                  <a:pt x="298" y="142667"/>
                </a:lnTo>
                <a:cubicBezTo>
                  <a:pt x="327" y="147935"/>
                  <a:pt x="4643" y="152162"/>
                  <a:pt x="9912" y="152102"/>
                </a:cubicBezTo>
                <a:cubicBezTo>
                  <a:pt x="15180" y="152043"/>
                  <a:pt x="19407" y="147757"/>
                  <a:pt x="19348" y="142488"/>
                </a:cubicBezTo>
                <a:lnTo>
                  <a:pt x="19229" y="127159"/>
                </a:lnTo>
                <a:lnTo>
                  <a:pt x="22414" y="130165"/>
                </a:lnTo>
                <a:cubicBezTo>
                  <a:pt x="36195" y="143887"/>
                  <a:pt x="5521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0" name="Text 27"/>
          <p:cNvSpPr/>
          <p:nvPr/>
        </p:nvSpPr>
        <p:spPr>
          <a:xfrm>
            <a:off x="838200" y="6057900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trust protection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229350" y="1485900"/>
            <a:ext cx="5581650" cy="2419350"/>
          </a:xfrm>
          <a:custGeom>
            <a:avLst/>
            <a:gdLst/>
            <a:ahLst/>
            <a:cxnLst/>
            <a:rect l="l" t="t" r="r" b="b"/>
            <a:pathLst>
              <a:path w="5581650" h="2419350">
                <a:moveTo>
                  <a:pt x="38100" y="0"/>
                </a:moveTo>
                <a:lnTo>
                  <a:pt x="5505440" y="0"/>
                </a:lnTo>
                <a:cubicBezTo>
                  <a:pt x="5547530" y="0"/>
                  <a:pt x="5581650" y="34120"/>
                  <a:pt x="5581650" y="76210"/>
                </a:cubicBezTo>
                <a:lnTo>
                  <a:pt x="5581650" y="2343140"/>
                </a:lnTo>
                <a:cubicBezTo>
                  <a:pt x="5581650" y="2385230"/>
                  <a:pt x="5547530" y="2419350"/>
                  <a:pt x="5505440" y="2419350"/>
                </a:cubicBezTo>
                <a:lnTo>
                  <a:pt x="38100" y="2419350"/>
                </a:lnTo>
                <a:cubicBezTo>
                  <a:pt x="17072" y="2419350"/>
                  <a:pt x="0" y="2402278"/>
                  <a:pt x="0" y="2381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6229350" y="1485900"/>
            <a:ext cx="38100" cy="2419350"/>
          </a:xfrm>
          <a:custGeom>
            <a:avLst/>
            <a:gdLst/>
            <a:ahLst/>
            <a:cxnLst/>
            <a:rect l="l" t="t" r="r" b="b"/>
            <a:pathLst>
              <a:path w="38100" h="2419350">
                <a:moveTo>
                  <a:pt x="38100" y="0"/>
                </a:moveTo>
                <a:lnTo>
                  <a:pt x="38100" y="0"/>
                </a:lnTo>
                <a:lnTo>
                  <a:pt x="38100" y="2419350"/>
                </a:lnTo>
                <a:lnTo>
                  <a:pt x="38100" y="2419350"/>
                </a:lnTo>
                <a:cubicBezTo>
                  <a:pt x="17072" y="2419350"/>
                  <a:pt x="0" y="2402278"/>
                  <a:pt x="0" y="2381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3" name="Shape 30"/>
          <p:cNvSpPr/>
          <p:nvPr/>
        </p:nvSpPr>
        <p:spPr>
          <a:xfrm>
            <a:off x="6429375" y="1676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4" name="Text 31"/>
          <p:cNvSpPr/>
          <p:nvPr/>
        </p:nvSpPr>
        <p:spPr>
          <a:xfrm>
            <a:off x="6686550" y="1638300"/>
            <a:ext cx="5086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Development Insights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400800" y="2057400"/>
            <a:ext cx="5334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Development process yielded valuable insights into neural network design and practical AI implementation, underscoring the importance of ethical technology in maintaining digital trust.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410325" y="29527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7" name="Text 34"/>
          <p:cNvSpPr/>
          <p:nvPr/>
        </p:nvSpPr>
        <p:spPr>
          <a:xfrm>
            <a:off x="6667500" y="2914650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architecture design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400800" y="325755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23795" y="62657"/>
                </a:moveTo>
                <a:cubicBezTo>
                  <a:pt x="127427" y="61674"/>
                  <a:pt x="131237" y="63401"/>
                  <a:pt x="132874" y="66764"/>
                </a:cubicBezTo>
                <a:lnTo>
                  <a:pt x="138410" y="77956"/>
                </a:lnTo>
                <a:cubicBezTo>
                  <a:pt x="141476" y="78373"/>
                  <a:pt x="144482" y="79206"/>
                  <a:pt x="147310" y="80367"/>
                </a:cubicBezTo>
                <a:lnTo>
                  <a:pt x="157728" y="73432"/>
                </a:lnTo>
                <a:cubicBezTo>
                  <a:pt x="160853" y="71348"/>
                  <a:pt x="164991" y="71765"/>
                  <a:pt x="167640" y="74414"/>
                </a:cubicBezTo>
                <a:lnTo>
                  <a:pt x="173355" y="80129"/>
                </a:lnTo>
                <a:cubicBezTo>
                  <a:pt x="176004" y="82778"/>
                  <a:pt x="176421" y="86945"/>
                  <a:pt x="174337" y="90041"/>
                </a:cubicBezTo>
                <a:lnTo>
                  <a:pt x="167402" y="100429"/>
                </a:lnTo>
                <a:cubicBezTo>
                  <a:pt x="167967" y="101828"/>
                  <a:pt x="168473" y="103287"/>
                  <a:pt x="168890" y="104805"/>
                </a:cubicBezTo>
                <a:cubicBezTo>
                  <a:pt x="169307" y="106323"/>
                  <a:pt x="169575" y="107811"/>
                  <a:pt x="169783" y="109329"/>
                </a:cubicBezTo>
                <a:lnTo>
                  <a:pt x="181005" y="114866"/>
                </a:lnTo>
                <a:cubicBezTo>
                  <a:pt x="184368" y="116532"/>
                  <a:pt x="186095" y="120342"/>
                  <a:pt x="185112" y="123944"/>
                </a:cubicBezTo>
                <a:lnTo>
                  <a:pt x="183029" y="131743"/>
                </a:lnTo>
                <a:cubicBezTo>
                  <a:pt x="182047" y="135344"/>
                  <a:pt x="178683" y="137785"/>
                  <a:pt x="174933" y="137547"/>
                </a:cubicBezTo>
                <a:lnTo>
                  <a:pt x="162431" y="136743"/>
                </a:lnTo>
                <a:cubicBezTo>
                  <a:pt x="160556" y="139154"/>
                  <a:pt x="158383" y="141387"/>
                  <a:pt x="155912" y="143292"/>
                </a:cubicBezTo>
                <a:lnTo>
                  <a:pt x="156716" y="155764"/>
                </a:lnTo>
                <a:cubicBezTo>
                  <a:pt x="156954" y="159514"/>
                  <a:pt x="154513" y="162907"/>
                  <a:pt x="150912" y="163860"/>
                </a:cubicBezTo>
                <a:lnTo>
                  <a:pt x="143113" y="165943"/>
                </a:lnTo>
                <a:cubicBezTo>
                  <a:pt x="139482" y="166926"/>
                  <a:pt x="135701" y="165199"/>
                  <a:pt x="134035" y="161836"/>
                </a:cubicBezTo>
                <a:lnTo>
                  <a:pt x="128498" y="150644"/>
                </a:lnTo>
                <a:cubicBezTo>
                  <a:pt x="125432" y="150227"/>
                  <a:pt x="122426" y="149394"/>
                  <a:pt x="119598" y="148233"/>
                </a:cubicBezTo>
                <a:lnTo>
                  <a:pt x="109180" y="155168"/>
                </a:lnTo>
                <a:cubicBezTo>
                  <a:pt x="106055" y="157252"/>
                  <a:pt x="101918" y="156835"/>
                  <a:pt x="99268" y="154186"/>
                </a:cubicBezTo>
                <a:lnTo>
                  <a:pt x="93553" y="148471"/>
                </a:lnTo>
                <a:cubicBezTo>
                  <a:pt x="90904" y="145822"/>
                  <a:pt x="90488" y="141684"/>
                  <a:pt x="92571" y="138559"/>
                </a:cubicBezTo>
                <a:lnTo>
                  <a:pt x="99506" y="128141"/>
                </a:lnTo>
                <a:cubicBezTo>
                  <a:pt x="98941" y="126742"/>
                  <a:pt x="98435" y="125284"/>
                  <a:pt x="98018" y="123765"/>
                </a:cubicBezTo>
                <a:cubicBezTo>
                  <a:pt x="97601" y="122247"/>
                  <a:pt x="97334" y="120729"/>
                  <a:pt x="97125" y="119241"/>
                </a:cubicBezTo>
                <a:lnTo>
                  <a:pt x="85904" y="113705"/>
                </a:lnTo>
                <a:cubicBezTo>
                  <a:pt x="82540" y="112038"/>
                  <a:pt x="80843" y="108228"/>
                  <a:pt x="81796" y="104626"/>
                </a:cubicBezTo>
                <a:lnTo>
                  <a:pt x="83880" y="96828"/>
                </a:lnTo>
                <a:cubicBezTo>
                  <a:pt x="84862" y="93226"/>
                  <a:pt x="88225" y="90785"/>
                  <a:pt x="91976" y="91023"/>
                </a:cubicBezTo>
                <a:lnTo>
                  <a:pt x="104448" y="91827"/>
                </a:lnTo>
                <a:cubicBezTo>
                  <a:pt x="106323" y="89416"/>
                  <a:pt x="108496" y="87184"/>
                  <a:pt x="110966" y="85279"/>
                </a:cubicBezTo>
                <a:lnTo>
                  <a:pt x="110163" y="72836"/>
                </a:lnTo>
                <a:cubicBezTo>
                  <a:pt x="109924" y="69086"/>
                  <a:pt x="112365" y="65693"/>
                  <a:pt x="115967" y="64740"/>
                </a:cubicBezTo>
                <a:lnTo>
                  <a:pt x="123765" y="62657"/>
                </a:lnTo>
                <a:close/>
                <a:moveTo>
                  <a:pt x="133469" y="101203"/>
                </a:moveTo>
                <a:cubicBezTo>
                  <a:pt x="126241" y="101211"/>
                  <a:pt x="120379" y="107087"/>
                  <a:pt x="120387" y="114315"/>
                </a:cubicBezTo>
                <a:cubicBezTo>
                  <a:pt x="120395" y="121543"/>
                  <a:pt x="126270" y="127405"/>
                  <a:pt x="133499" y="127397"/>
                </a:cubicBezTo>
                <a:cubicBezTo>
                  <a:pt x="140727" y="127389"/>
                  <a:pt x="146589" y="121513"/>
                  <a:pt x="146581" y="114285"/>
                </a:cubicBezTo>
                <a:cubicBezTo>
                  <a:pt x="146573" y="107057"/>
                  <a:pt x="140697" y="101195"/>
                  <a:pt x="133469" y="101203"/>
                </a:cubicBezTo>
                <a:close/>
                <a:moveTo>
                  <a:pt x="66943" y="-13543"/>
                </a:moveTo>
                <a:lnTo>
                  <a:pt x="74741" y="-11460"/>
                </a:lnTo>
                <a:cubicBezTo>
                  <a:pt x="78343" y="-10477"/>
                  <a:pt x="80784" y="-7084"/>
                  <a:pt x="80546" y="-3364"/>
                </a:cubicBezTo>
                <a:lnTo>
                  <a:pt x="79742" y="9079"/>
                </a:lnTo>
                <a:cubicBezTo>
                  <a:pt x="82213" y="10984"/>
                  <a:pt x="84386" y="13186"/>
                  <a:pt x="86261" y="15627"/>
                </a:cubicBezTo>
                <a:lnTo>
                  <a:pt x="98762" y="14823"/>
                </a:lnTo>
                <a:cubicBezTo>
                  <a:pt x="102483" y="14585"/>
                  <a:pt x="105876" y="17026"/>
                  <a:pt x="106859" y="20628"/>
                </a:cubicBezTo>
                <a:lnTo>
                  <a:pt x="108942" y="28426"/>
                </a:lnTo>
                <a:cubicBezTo>
                  <a:pt x="109895" y="32028"/>
                  <a:pt x="108198" y="35838"/>
                  <a:pt x="104835" y="37505"/>
                </a:cubicBezTo>
                <a:lnTo>
                  <a:pt x="93613" y="43041"/>
                </a:lnTo>
                <a:cubicBezTo>
                  <a:pt x="93405" y="44559"/>
                  <a:pt x="93107" y="46077"/>
                  <a:pt x="92720" y="47565"/>
                </a:cubicBezTo>
                <a:cubicBezTo>
                  <a:pt x="92333" y="49054"/>
                  <a:pt x="91797" y="50542"/>
                  <a:pt x="91232" y="51941"/>
                </a:cubicBezTo>
                <a:lnTo>
                  <a:pt x="98167" y="62359"/>
                </a:lnTo>
                <a:cubicBezTo>
                  <a:pt x="100251" y="65484"/>
                  <a:pt x="99834" y="69622"/>
                  <a:pt x="97185" y="72271"/>
                </a:cubicBezTo>
                <a:lnTo>
                  <a:pt x="91470" y="77986"/>
                </a:lnTo>
                <a:cubicBezTo>
                  <a:pt x="88821" y="80635"/>
                  <a:pt x="84683" y="81052"/>
                  <a:pt x="81558" y="78968"/>
                </a:cubicBezTo>
                <a:lnTo>
                  <a:pt x="71140" y="72033"/>
                </a:lnTo>
                <a:cubicBezTo>
                  <a:pt x="68312" y="73194"/>
                  <a:pt x="65306" y="74027"/>
                  <a:pt x="62240" y="74444"/>
                </a:cubicBezTo>
                <a:lnTo>
                  <a:pt x="56704" y="85636"/>
                </a:lnTo>
                <a:cubicBezTo>
                  <a:pt x="55037" y="88999"/>
                  <a:pt x="51227" y="90696"/>
                  <a:pt x="47625" y="89743"/>
                </a:cubicBezTo>
                <a:lnTo>
                  <a:pt x="39826" y="87660"/>
                </a:lnTo>
                <a:cubicBezTo>
                  <a:pt x="36195" y="86678"/>
                  <a:pt x="33784" y="83284"/>
                  <a:pt x="34022" y="79564"/>
                </a:cubicBezTo>
                <a:lnTo>
                  <a:pt x="34826" y="67092"/>
                </a:lnTo>
                <a:cubicBezTo>
                  <a:pt x="32355" y="65187"/>
                  <a:pt x="30182" y="62984"/>
                  <a:pt x="28307" y="60543"/>
                </a:cubicBezTo>
                <a:lnTo>
                  <a:pt x="15806" y="61347"/>
                </a:lnTo>
                <a:cubicBezTo>
                  <a:pt x="12085" y="61585"/>
                  <a:pt x="8692" y="59144"/>
                  <a:pt x="7709" y="55543"/>
                </a:cubicBezTo>
                <a:lnTo>
                  <a:pt x="5626" y="47744"/>
                </a:lnTo>
                <a:cubicBezTo>
                  <a:pt x="4673" y="44142"/>
                  <a:pt x="6370" y="40332"/>
                  <a:pt x="9733" y="38666"/>
                </a:cubicBezTo>
                <a:lnTo>
                  <a:pt x="20955" y="33129"/>
                </a:lnTo>
                <a:cubicBezTo>
                  <a:pt x="21163" y="31611"/>
                  <a:pt x="21461" y="30123"/>
                  <a:pt x="21848" y="28605"/>
                </a:cubicBezTo>
                <a:cubicBezTo>
                  <a:pt x="22265" y="27087"/>
                  <a:pt x="22741" y="25628"/>
                  <a:pt x="23336" y="24229"/>
                </a:cubicBezTo>
                <a:lnTo>
                  <a:pt x="16401" y="13841"/>
                </a:lnTo>
                <a:cubicBezTo>
                  <a:pt x="14317" y="10716"/>
                  <a:pt x="14734" y="6578"/>
                  <a:pt x="17383" y="3929"/>
                </a:cubicBezTo>
                <a:lnTo>
                  <a:pt x="23098" y="-1786"/>
                </a:lnTo>
                <a:cubicBezTo>
                  <a:pt x="25747" y="-4435"/>
                  <a:pt x="29885" y="-4852"/>
                  <a:pt x="33010" y="-2768"/>
                </a:cubicBezTo>
                <a:lnTo>
                  <a:pt x="43428" y="4167"/>
                </a:lnTo>
                <a:cubicBezTo>
                  <a:pt x="46256" y="3006"/>
                  <a:pt x="49262" y="2173"/>
                  <a:pt x="52328" y="1756"/>
                </a:cubicBezTo>
                <a:lnTo>
                  <a:pt x="57864" y="-9436"/>
                </a:lnTo>
                <a:cubicBezTo>
                  <a:pt x="59531" y="-12799"/>
                  <a:pt x="63311" y="-14496"/>
                  <a:pt x="66943" y="-13543"/>
                </a:cubicBezTo>
                <a:close/>
                <a:moveTo>
                  <a:pt x="57269" y="25003"/>
                </a:moveTo>
                <a:cubicBezTo>
                  <a:pt x="50041" y="25003"/>
                  <a:pt x="44172" y="30872"/>
                  <a:pt x="44172" y="38100"/>
                </a:cubicBezTo>
                <a:cubicBezTo>
                  <a:pt x="44172" y="45328"/>
                  <a:pt x="50041" y="51197"/>
                  <a:pt x="57269" y="51197"/>
                </a:cubicBezTo>
                <a:cubicBezTo>
                  <a:pt x="64497" y="51197"/>
                  <a:pt x="70366" y="45328"/>
                  <a:pt x="70366" y="38100"/>
                </a:cubicBezTo>
                <a:cubicBezTo>
                  <a:pt x="70366" y="30872"/>
                  <a:pt x="64497" y="25003"/>
                  <a:pt x="57269" y="2500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39" name="Text 36"/>
          <p:cNvSpPr/>
          <p:nvPr/>
        </p:nvSpPr>
        <p:spPr>
          <a:xfrm>
            <a:off x="6667500" y="3219450"/>
            <a:ext cx="2038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integration challenges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400800" y="356235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14300" y="9525"/>
                </a:moveTo>
                <a:lnTo>
                  <a:pt x="152400" y="9525"/>
                </a:lnTo>
                <a:cubicBezTo>
                  <a:pt x="157669" y="9525"/>
                  <a:pt x="161925" y="13781"/>
                  <a:pt x="161925" y="19050"/>
                </a:cubicBezTo>
                <a:cubicBezTo>
                  <a:pt x="161925" y="24319"/>
                  <a:pt x="157669" y="28575"/>
                  <a:pt x="152400" y="28575"/>
                </a:cubicBezTo>
                <a:lnTo>
                  <a:pt x="118586" y="28575"/>
                </a:lnTo>
                <a:cubicBezTo>
                  <a:pt x="117038" y="36255"/>
                  <a:pt x="111770" y="42595"/>
                  <a:pt x="104775" y="45631"/>
                </a:cubicBezTo>
                <a:lnTo>
                  <a:pt x="104775" y="133350"/>
                </a:lnTo>
                <a:lnTo>
                  <a:pt x="152400" y="133350"/>
                </a:lnTo>
                <a:cubicBezTo>
                  <a:pt x="157669" y="133350"/>
                  <a:pt x="161925" y="137606"/>
                  <a:pt x="161925" y="142875"/>
                </a:cubicBezTo>
                <a:cubicBezTo>
                  <a:pt x="161925" y="148144"/>
                  <a:pt x="157669" y="152400"/>
                  <a:pt x="152400" y="152400"/>
                </a:cubicBezTo>
                <a:lnTo>
                  <a:pt x="38100" y="152400"/>
                </a:lnTo>
                <a:cubicBezTo>
                  <a:pt x="32831" y="152400"/>
                  <a:pt x="28575" y="148144"/>
                  <a:pt x="28575" y="142875"/>
                </a:cubicBezTo>
                <a:cubicBezTo>
                  <a:pt x="28575" y="137606"/>
                  <a:pt x="32831" y="133350"/>
                  <a:pt x="38100" y="133350"/>
                </a:cubicBezTo>
                <a:lnTo>
                  <a:pt x="85725" y="133350"/>
                </a:lnTo>
                <a:lnTo>
                  <a:pt x="85725" y="45631"/>
                </a:lnTo>
                <a:cubicBezTo>
                  <a:pt x="78730" y="42565"/>
                  <a:pt x="73462" y="36225"/>
                  <a:pt x="71914" y="28575"/>
                </a:cubicBezTo>
                <a:lnTo>
                  <a:pt x="38100" y="28575"/>
                </a:lnTo>
                <a:cubicBezTo>
                  <a:pt x="32831" y="28575"/>
                  <a:pt x="28575" y="24319"/>
                  <a:pt x="28575" y="19050"/>
                </a:cubicBezTo>
                <a:cubicBezTo>
                  <a:pt x="28575" y="13781"/>
                  <a:pt x="32831" y="9525"/>
                  <a:pt x="38100" y="9525"/>
                </a:cubicBezTo>
                <a:lnTo>
                  <a:pt x="76200" y="9525"/>
                </a:lnTo>
                <a:cubicBezTo>
                  <a:pt x="80546" y="3750"/>
                  <a:pt x="87451" y="0"/>
                  <a:pt x="95250" y="0"/>
                </a:cubicBezTo>
                <a:cubicBezTo>
                  <a:pt x="103049" y="0"/>
                  <a:pt x="109954" y="3750"/>
                  <a:pt x="114300" y="9525"/>
                </a:cubicBezTo>
                <a:close/>
                <a:moveTo>
                  <a:pt x="130850" y="95250"/>
                </a:moveTo>
                <a:lnTo>
                  <a:pt x="173950" y="95250"/>
                </a:lnTo>
                <a:lnTo>
                  <a:pt x="152400" y="58281"/>
                </a:lnTo>
                <a:lnTo>
                  <a:pt x="130850" y="95250"/>
                </a:lnTo>
                <a:close/>
                <a:moveTo>
                  <a:pt x="152400" y="123825"/>
                </a:moveTo>
                <a:cubicBezTo>
                  <a:pt x="133677" y="123825"/>
                  <a:pt x="118110" y="113705"/>
                  <a:pt x="114895" y="100340"/>
                </a:cubicBezTo>
                <a:cubicBezTo>
                  <a:pt x="114121" y="97066"/>
                  <a:pt x="115193" y="93702"/>
                  <a:pt x="116890" y="90785"/>
                </a:cubicBezTo>
                <a:lnTo>
                  <a:pt x="145226" y="42208"/>
                </a:lnTo>
                <a:cubicBezTo>
                  <a:pt x="146715" y="39648"/>
                  <a:pt x="149453" y="38100"/>
                  <a:pt x="152400" y="38100"/>
                </a:cubicBezTo>
                <a:cubicBezTo>
                  <a:pt x="155347" y="38100"/>
                  <a:pt x="158085" y="39678"/>
                  <a:pt x="159574" y="42208"/>
                </a:cubicBezTo>
                <a:lnTo>
                  <a:pt x="187910" y="90785"/>
                </a:lnTo>
                <a:cubicBezTo>
                  <a:pt x="189607" y="93702"/>
                  <a:pt x="190679" y="97066"/>
                  <a:pt x="189905" y="100340"/>
                </a:cubicBezTo>
                <a:cubicBezTo>
                  <a:pt x="186690" y="113675"/>
                  <a:pt x="171123" y="123825"/>
                  <a:pt x="152400" y="123825"/>
                </a:cubicBezTo>
                <a:close/>
                <a:moveTo>
                  <a:pt x="37743" y="58281"/>
                </a:moveTo>
                <a:lnTo>
                  <a:pt x="16193" y="95250"/>
                </a:lnTo>
                <a:lnTo>
                  <a:pt x="59323" y="95250"/>
                </a:lnTo>
                <a:lnTo>
                  <a:pt x="37743" y="58281"/>
                </a:lnTo>
                <a:close/>
                <a:moveTo>
                  <a:pt x="268" y="100340"/>
                </a:moveTo>
                <a:cubicBezTo>
                  <a:pt x="-506" y="97066"/>
                  <a:pt x="566" y="93702"/>
                  <a:pt x="2262" y="90785"/>
                </a:cubicBezTo>
                <a:lnTo>
                  <a:pt x="30599" y="42208"/>
                </a:lnTo>
                <a:cubicBezTo>
                  <a:pt x="32087" y="39648"/>
                  <a:pt x="34826" y="38100"/>
                  <a:pt x="37773" y="38100"/>
                </a:cubicBezTo>
                <a:cubicBezTo>
                  <a:pt x="40719" y="38100"/>
                  <a:pt x="43458" y="39678"/>
                  <a:pt x="44946" y="42208"/>
                </a:cubicBezTo>
                <a:lnTo>
                  <a:pt x="73283" y="90785"/>
                </a:lnTo>
                <a:cubicBezTo>
                  <a:pt x="74980" y="93702"/>
                  <a:pt x="76051" y="97066"/>
                  <a:pt x="75277" y="100340"/>
                </a:cubicBezTo>
                <a:cubicBezTo>
                  <a:pt x="72063" y="113675"/>
                  <a:pt x="56495" y="123825"/>
                  <a:pt x="37773" y="123825"/>
                </a:cubicBezTo>
                <a:cubicBezTo>
                  <a:pt x="19050" y="123825"/>
                  <a:pt x="3483" y="113705"/>
                  <a:pt x="268" y="10034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1" name="Text 38"/>
          <p:cNvSpPr/>
          <p:nvPr/>
        </p:nvSpPr>
        <p:spPr>
          <a:xfrm>
            <a:off x="6667500" y="3524250"/>
            <a:ext cx="132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Ethical AI practices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6219825" y="4029075"/>
            <a:ext cx="5581650" cy="2800350"/>
          </a:xfrm>
          <a:custGeom>
            <a:avLst/>
            <a:gdLst/>
            <a:ahLst/>
            <a:cxnLst/>
            <a:rect l="l" t="t" r="r" b="b"/>
            <a:pathLst>
              <a:path w="5581650" h="2800350">
                <a:moveTo>
                  <a:pt x="76198" y="0"/>
                </a:moveTo>
                <a:lnTo>
                  <a:pt x="5505452" y="0"/>
                </a:lnTo>
                <a:cubicBezTo>
                  <a:pt x="5547535" y="0"/>
                  <a:pt x="5581650" y="34115"/>
                  <a:pt x="5581650" y="76198"/>
                </a:cubicBezTo>
                <a:lnTo>
                  <a:pt x="5581650" y="2724152"/>
                </a:lnTo>
                <a:cubicBezTo>
                  <a:pt x="5581650" y="2766235"/>
                  <a:pt x="5547535" y="2800350"/>
                  <a:pt x="5505452" y="2800350"/>
                </a:cubicBezTo>
                <a:lnTo>
                  <a:pt x="76198" y="2800350"/>
                </a:lnTo>
                <a:cubicBezTo>
                  <a:pt x="34115" y="2800350"/>
                  <a:pt x="0" y="2766235"/>
                  <a:pt x="0" y="27241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25400">
            <a:solidFill>
              <a:srgbClr val="3D8F8A">
                <a:alpha val="50196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324600" y="4191000"/>
            <a:ext cx="5372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 Summary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381750" y="4648200"/>
            <a:ext cx="2571750" cy="952500"/>
          </a:xfrm>
          <a:custGeom>
            <a:avLst/>
            <a:gdLst/>
            <a:ahLst/>
            <a:cxnLst/>
            <a:rect l="l" t="t" r="r" b="b"/>
            <a:pathLst>
              <a:path w="2571750" h="952500">
                <a:moveTo>
                  <a:pt x="38100" y="0"/>
                </a:moveTo>
                <a:lnTo>
                  <a:pt x="2533650" y="0"/>
                </a:lnTo>
                <a:cubicBezTo>
                  <a:pt x="2554678" y="0"/>
                  <a:pt x="2571750" y="17072"/>
                  <a:pt x="2571750" y="38100"/>
                </a:cubicBezTo>
                <a:lnTo>
                  <a:pt x="2571750" y="914400"/>
                </a:lnTo>
                <a:cubicBezTo>
                  <a:pt x="2571750" y="935428"/>
                  <a:pt x="2554678" y="952500"/>
                  <a:pt x="253365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7553325" y="4762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35719"/>
                </a:moveTo>
                <a:cubicBezTo>
                  <a:pt x="0" y="23887"/>
                  <a:pt x="9599" y="14288"/>
                  <a:pt x="21431" y="14288"/>
                </a:cubicBezTo>
                <a:lnTo>
                  <a:pt x="64294" y="14288"/>
                </a:lnTo>
                <a:cubicBezTo>
                  <a:pt x="76126" y="14288"/>
                  <a:pt x="85725" y="23887"/>
                  <a:pt x="85725" y="35719"/>
                </a:cubicBezTo>
                <a:lnTo>
                  <a:pt x="85725" y="42863"/>
                </a:lnTo>
                <a:lnTo>
                  <a:pt x="142875" y="42863"/>
                </a:lnTo>
                <a:lnTo>
                  <a:pt x="142875" y="35719"/>
                </a:lnTo>
                <a:cubicBezTo>
                  <a:pt x="142875" y="23887"/>
                  <a:pt x="152474" y="14288"/>
                  <a:pt x="164306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78581"/>
                </a:lnTo>
                <a:cubicBezTo>
                  <a:pt x="228600" y="90413"/>
                  <a:pt x="219001" y="100013"/>
                  <a:pt x="207169" y="100013"/>
                </a:cubicBezTo>
                <a:lnTo>
                  <a:pt x="164306" y="100013"/>
                </a:lnTo>
                <a:cubicBezTo>
                  <a:pt x="152474" y="100013"/>
                  <a:pt x="142875" y="90413"/>
                  <a:pt x="142875" y="78581"/>
                </a:cubicBezTo>
                <a:lnTo>
                  <a:pt x="142875" y="71438"/>
                </a:lnTo>
                <a:lnTo>
                  <a:pt x="85725" y="71438"/>
                </a:lnTo>
                <a:lnTo>
                  <a:pt x="85725" y="78581"/>
                </a:lnTo>
                <a:cubicBezTo>
                  <a:pt x="85725" y="81841"/>
                  <a:pt x="84966" y="84966"/>
                  <a:pt x="83671" y="87734"/>
                </a:cubicBezTo>
                <a:lnTo>
                  <a:pt x="114300" y="128588"/>
                </a:lnTo>
                <a:lnTo>
                  <a:pt x="150019" y="128588"/>
                </a:lnTo>
                <a:cubicBezTo>
                  <a:pt x="161851" y="128588"/>
                  <a:pt x="171450" y="138187"/>
                  <a:pt x="171450" y="150019"/>
                </a:cubicBezTo>
                <a:lnTo>
                  <a:pt x="171450" y="192881"/>
                </a:lnTo>
                <a:cubicBezTo>
                  <a:pt x="171450" y="204713"/>
                  <a:pt x="161851" y="214313"/>
                  <a:pt x="150019" y="214313"/>
                </a:cubicBezTo>
                <a:lnTo>
                  <a:pt x="107156" y="214313"/>
                </a:lnTo>
                <a:cubicBezTo>
                  <a:pt x="95324" y="214313"/>
                  <a:pt x="85725" y="204713"/>
                  <a:pt x="85725" y="192881"/>
                </a:cubicBezTo>
                <a:lnTo>
                  <a:pt x="85725" y="150019"/>
                </a:lnTo>
                <a:cubicBezTo>
                  <a:pt x="85725" y="146759"/>
                  <a:pt x="86484" y="143634"/>
                  <a:pt x="87779" y="140866"/>
                </a:cubicBezTo>
                <a:lnTo>
                  <a:pt x="57150" y="100013"/>
                </a:lnTo>
                <a:lnTo>
                  <a:pt x="21431" y="100013"/>
                </a:lnTo>
                <a:cubicBezTo>
                  <a:pt x="9599" y="100013"/>
                  <a:pt x="0" y="90413"/>
                  <a:pt x="0" y="78581"/>
                </a:cubicBezTo>
                <a:lnTo>
                  <a:pt x="0" y="35719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6" name="Text 43"/>
          <p:cNvSpPr/>
          <p:nvPr/>
        </p:nvSpPr>
        <p:spPr>
          <a:xfrm>
            <a:off x="6457950" y="5067300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Solution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6462713" y="5295900"/>
            <a:ext cx="2409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pipeline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9067800" y="4648200"/>
            <a:ext cx="2571750" cy="952500"/>
          </a:xfrm>
          <a:custGeom>
            <a:avLst/>
            <a:gdLst/>
            <a:ahLst/>
            <a:cxnLst/>
            <a:rect l="l" t="t" r="r" b="b"/>
            <a:pathLst>
              <a:path w="2571750" h="952500">
                <a:moveTo>
                  <a:pt x="38100" y="0"/>
                </a:moveTo>
                <a:lnTo>
                  <a:pt x="2533650" y="0"/>
                </a:lnTo>
                <a:cubicBezTo>
                  <a:pt x="2554678" y="0"/>
                  <a:pt x="2571750" y="17072"/>
                  <a:pt x="2571750" y="38100"/>
                </a:cubicBezTo>
                <a:lnTo>
                  <a:pt x="2571750" y="914400"/>
                </a:lnTo>
                <a:cubicBezTo>
                  <a:pt x="2571750" y="935428"/>
                  <a:pt x="2554678" y="952500"/>
                  <a:pt x="253365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10239375" y="4762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7118" y="125016"/>
                </a:moveTo>
                <a:lnTo>
                  <a:pt x="71884" y="125016"/>
                </a:lnTo>
                <a:cubicBezTo>
                  <a:pt x="73179" y="153814"/>
                  <a:pt x="79564" y="180335"/>
                  <a:pt x="88627" y="199757"/>
                </a:cubicBezTo>
                <a:cubicBezTo>
                  <a:pt x="93717" y="210696"/>
                  <a:pt x="99209" y="218420"/>
                  <a:pt x="104299" y="223153"/>
                </a:cubicBezTo>
                <a:cubicBezTo>
                  <a:pt x="109299" y="227841"/>
                  <a:pt x="112737" y="228600"/>
                  <a:pt x="114523" y="228600"/>
                </a:cubicBezTo>
                <a:cubicBezTo>
                  <a:pt x="116309" y="228600"/>
                  <a:pt x="119747" y="227841"/>
                  <a:pt x="124748" y="223153"/>
                </a:cubicBezTo>
                <a:cubicBezTo>
                  <a:pt x="129838" y="218420"/>
                  <a:pt x="135329" y="210651"/>
                  <a:pt x="140419" y="199757"/>
                </a:cubicBezTo>
                <a:cubicBezTo>
                  <a:pt x="149483" y="180335"/>
                  <a:pt x="155868" y="153814"/>
                  <a:pt x="157162" y="125016"/>
                </a:cubicBezTo>
                <a:close/>
                <a:moveTo>
                  <a:pt x="71839" y="103584"/>
                </a:moveTo>
                <a:lnTo>
                  <a:pt x="157073" y="103584"/>
                </a:lnTo>
                <a:cubicBezTo>
                  <a:pt x="155823" y="74786"/>
                  <a:pt x="149438" y="48265"/>
                  <a:pt x="140375" y="28843"/>
                </a:cubicBezTo>
                <a:cubicBezTo>
                  <a:pt x="135285" y="17949"/>
                  <a:pt x="129793" y="10180"/>
                  <a:pt x="124703" y="5447"/>
                </a:cubicBezTo>
                <a:cubicBezTo>
                  <a:pt x="119702" y="759"/>
                  <a:pt x="116265" y="0"/>
                  <a:pt x="114479" y="0"/>
                </a:cubicBezTo>
                <a:cubicBezTo>
                  <a:pt x="112693" y="0"/>
                  <a:pt x="109255" y="759"/>
                  <a:pt x="104254" y="5447"/>
                </a:cubicBezTo>
                <a:cubicBezTo>
                  <a:pt x="99164" y="10180"/>
                  <a:pt x="93672" y="17949"/>
                  <a:pt x="88582" y="28843"/>
                </a:cubicBezTo>
                <a:cubicBezTo>
                  <a:pt x="79519" y="48265"/>
                  <a:pt x="73134" y="74786"/>
                  <a:pt x="71839" y="103584"/>
                </a:cubicBezTo>
                <a:close/>
                <a:moveTo>
                  <a:pt x="50408" y="103584"/>
                </a:moveTo>
                <a:cubicBezTo>
                  <a:pt x="51971" y="65365"/>
                  <a:pt x="61838" y="29870"/>
                  <a:pt x="76260" y="6563"/>
                </a:cubicBezTo>
                <a:cubicBezTo>
                  <a:pt x="35138" y="21119"/>
                  <a:pt x="4867" y="58579"/>
                  <a:pt x="670" y="103584"/>
                </a:cubicBezTo>
                <a:lnTo>
                  <a:pt x="50408" y="103584"/>
                </a:lnTo>
                <a:close/>
                <a:moveTo>
                  <a:pt x="670" y="125016"/>
                </a:moveTo>
                <a:cubicBezTo>
                  <a:pt x="4867" y="170021"/>
                  <a:pt x="35138" y="207481"/>
                  <a:pt x="76260" y="222037"/>
                </a:cubicBezTo>
                <a:cubicBezTo>
                  <a:pt x="61838" y="198730"/>
                  <a:pt x="51971" y="163235"/>
                  <a:pt x="50408" y="125016"/>
                </a:cubicBezTo>
                <a:lnTo>
                  <a:pt x="670" y="125016"/>
                </a:lnTo>
                <a:close/>
                <a:moveTo>
                  <a:pt x="178549" y="125016"/>
                </a:moveTo>
                <a:cubicBezTo>
                  <a:pt x="176986" y="163235"/>
                  <a:pt x="167119" y="198730"/>
                  <a:pt x="152698" y="222037"/>
                </a:cubicBezTo>
                <a:cubicBezTo>
                  <a:pt x="193819" y="207437"/>
                  <a:pt x="224091" y="170021"/>
                  <a:pt x="228287" y="125016"/>
                </a:cubicBezTo>
                <a:lnTo>
                  <a:pt x="178549" y="125016"/>
                </a:lnTo>
                <a:close/>
                <a:moveTo>
                  <a:pt x="228287" y="103584"/>
                </a:moveTo>
                <a:cubicBezTo>
                  <a:pt x="224091" y="58579"/>
                  <a:pt x="193819" y="21119"/>
                  <a:pt x="152698" y="6563"/>
                </a:cubicBezTo>
                <a:cubicBezTo>
                  <a:pt x="167119" y="29870"/>
                  <a:pt x="176986" y="65365"/>
                  <a:pt x="178549" y="103584"/>
                </a:cubicBezTo>
                <a:lnTo>
                  <a:pt x="228287" y="103584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50" name="Text 47"/>
          <p:cNvSpPr/>
          <p:nvPr/>
        </p:nvSpPr>
        <p:spPr>
          <a:xfrm>
            <a:off x="9144000" y="5067300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Ready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9148763" y="5295900"/>
            <a:ext cx="2409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Deployable system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6381750" y="5715000"/>
            <a:ext cx="2571750" cy="952500"/>
          </a:xfrm>
          <a:custGeom>
            <a:avLst/>
            <a:gdLst/>
            <a:ahLst/>
            <a:cxnLst/>
            <a:rect l="l" t="t" r="r" b="b"/>
            <a:pathLst>
              <a:path w="2571750" h="952500">
                <a:moveTo>
                  <a:pt x="38100" y="0"/>
                </a:moveTo>
                <a:lnTo>
                  <a:pt x="2533650" y="0"/>
                </a:lnTo>
                <a:cubicBezTo>
                  <a:pt x="2554678" y="0"/>
                  <a:pt x="2571750" y="17072"/>
                  <a:pt x="2571750" y="38100"/>
                </a:cubicBezTo>
                <a:lnTo>
                  <a:pt x="2571750" y="914400"/>
                </a:lnTo>
                <a:cubicBezTo>
                  <a:pt x="2571750" y="935428"/>
                  <a:pt x="2554678" y="952500"/>
                  <a:pt x="253365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7539037" y="58293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1431" y="87422"/>
                </a:moveTo>
                <a:lnTo>
                  <a:pt x="114836" y="125864"/>
                </a:lnTo>
                <a:cubicBezTo>
                  <a:pt x="119211" y="127650"/>
                  <a:pt x="123855" y="128588"/>
                  <a:pt x="128588" y="128588"/>
                </a:cubicBezTo>
                <a:cubicBezTo>
                  <a:pt x="133320" y="128588"/>
                  <a:pt x="137964" y="127650"/>
                  <a:pt x="142339" y="125864"/>
                </a:cubicBezTo>
                <a:lnTo>
                  <a:pt x="250567" y="81305"/>
                </a:lnTo>
                <a:cubicBezTo>
                  <a:pt x="254585" y="79653"/>
                  <a:pt x="257175" y="75768"/>
                  <a:pt x="257175" y="71437"/>
                </a:cubicBezTo>
                <a:cubicBezTo>
                  <a:pt x="257175" y="67107"/>
                  <a:pt x="254585" y="63222"/>
                  <a:pt x="250567" y="61570"/>
                </a:cubicBezTo>
                <a:lnTo>
                  <a:pt x="142339" y="17011"/>
                </a:lnTo>
                <a:cubicBezTo>
                  <a:pt x="137964" y="15225"/>
                  <a:pt x="133320" y="14288"/>
                  <a:pt x="128588" y="14288"/>
                </a:cubicBezTo>
                <a:cubicBezTo>
                  <a:pt x="123855" y="14288"/>
                  <a:pt x="119211" y="15225"/>
                  <a:pt x="114836" y="17011"/>
                </a:cubicBezTo>
                <a:lnTo>
                  <a:pt x="6608" y="61570"/>
                </a:lnTo>
                <a:cubicBezTo>
                  <a:pt x="2590" y="63222"/>
                  <a:pt x="0" y="67107"/>
                  <a:pt x="0" y="71438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cubicBezTo>
                  <a:pt x="16654" y="214313"/>
                  <a:pt x="21431" y="209535"/>
                  <a:pt x="21431" y="203597"/>
                </a:cubicBezTo>
                <a:lnTo>
                  <a:pt x="21431" y="87422"/>
                </a:lnTo>
                <a:close/>
                <a:moveTo>
                  <a:pt x="42863" y="119435"/>
                </a:moveTo>
                <a:lnTo>
                  <a:pt x="42863" y="171450"/>
                </a:lnTo>
                <a:cubicBezTo>
                  <a:pt x="42863" y="195114"/>
                  <a:pt x="81260" y="214313"/>
                  <a:pt x="128588" y="214313"/>
                </a:cubicBezTo>
                <a:cubicBezTo>
                  <a:pt x="175915" y="214313"/>
                  <a:pt x="214313" y="195114"/>
                  <a:pt x="214313" y="171450"/>
                </a:cubicBezTo>
                <a:lnTo>
                  <a:pt x="214313" y="119390"/>
                </a:lnTo>
                <a:lnTo>
                  <a:pt x="150510" y="145688"/>
                </a:lnTo>
                <a:cubicBezTo>
                  <a:pt x="143545" y="148545"/>
                  <a:pt x="136133" y="150019"/>
                  <a:pt x="128588" y="150019"/>
                </a:cubicBezTo>
                <a:cubicBezTo>
                  <a:pt x="121042" y="150019"/>
                  <a:pt x="113630" y="148545"/>
                  <a:pt x="106665" y="145688"/>
                </a:cubicBezTo>
                <a:lnTo>
                  <a:pt x="42863" y="11939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54" name="Text 51"/>
          <p:cNvSpPr/>
          <p:nvPr/>
        </p:nvSpPr>
        <p:spPr>
          <a:xfrm>
            <a:off x="6457950" y="6134100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Academic Excellence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6462713" y="6362700"/>
            <a:ext cx="2409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contribution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9067800" y="5715000"/>
            <a:ext cx="2571750" cy="952500"/>
          </a:xfrm>
          <a:custGeom>
            <a:avLst/>
            <a:gdLst/>
            <a:ahLst/>
            <a:cxnLst/>
            <a:rect l="l" t="t" r="r" b="b"/>
            <a:pathLst>
              <a:path w="2571750" h="952500">
                <a:moveTo>
                  <a:pt x="38100" y="0"/>
                </a:moveTo>
                <a:lnTo>
                  <a:pt x="2533650" y="0"/>
                </a:lnTo>
                <a:cubicBezTo>
                  <a:pt x="2554678" y="0"/>
                  <a:pt x="2571750" y="17072"/>
                  <a:pt x="2571750" y="38100"/>
                </a:cubicBezTo>
                <a:lnTo>
                  <a:pt x="2571750" y="914400"/>
                </a:lnTo>
                <a:cubicBezTo>
                  <a:pt x="2571750" y="935428"/>
                  <a:pt x="2554678" y="952500"/>
                  <a:pt x="253365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10239375" y="5829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58" name="Text 55"/>
          <p:cNvSpPr/>
          <p:nvPr/>
        </p:nvSpPr>
        <p:spPr>
          <a:xfrm>
            <a:off x="9144000" y="6134100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Security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9148763" y="6362700"/>
            <a:ext cx="2409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Trust preservation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8928" y="378928"/>
            <a:ext cx="378928" cy="378928"/>
          </a:xfrm>
          <a:custGeom>
            <a:avLst/>
            <a:gdLst/>
            <a:ahLst/>
            <a:cxn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6159" y="483133"/>
            <a:ext cx="149203" cy="170517"/>
          </a:xfrm>
          <a:custGeom>
            <a:avLst/>
            <a:gdLst/>
            <a:ahLst/>
            <a:cxnLst/>
            <a:rect l="l" t="t" r="r" b="b"/>
            <a:pathLst>
              <a:path w="149203" h="170517">
                <a:moveTo>
                  <a:pt x="127888" y="170517"/>
                </a:moveTo>
                <a:lnTo>
                  <a:pt x="31972" y="170517"/>
                </a:lnTo>
                <a:cubicBezTo>
                  <a:pt x="14321" y="170517"/>
                  <a:pt x="0" y="156197"/>
                  <a:pt x="0" y="138545"/>
                </a:cubicBezTo>
                <a:lnTo>
                  <a:pt x="0" y="31972"/>
                </a:lnTo>
                <a:cubicBezTo>
                  <a:pt x="0" y="14321"/>
                  <a:pt x="14321" y="0"/>
                  <a:pt x="31972" y="0"/>
                </a:cubicBezTo>
                <a:lnTo>
                  <a:pt x="133217" y="0"/>
                </a:lnTo>
                <a:cubicBezTo>
                  <a:pt x="142042" y="0"/>
                  <a:pt x="149203" y="7160"/>
                  <a:pt x="149203" y="15986"/>
                </a:cubicBezTo>
                <a:lnTo>
                  <a:pt x="149203" y="111902"/>
                </a:lnTo>
                <a:cubicBezTo>
                  <a:pt x="149203" y="118863"/>
                  <a:pt x="144740" y="124791"/>
                  <a:pt x="138545" y="126989"/>
                </a:cubicBezTo>
                <a:lnTo>
                  <a:pt x="138545" y="149203"/>
                </a:lnTo>
                <a:cubicBezTo>
                  <a:pt x="144440" y="149203"/>
                  <a:pt x="149203" y="153965"/>
                  <a:pt x="149203" y="159860"/>
                </a:cubicBezTo>
                <a:cubicBezTo>
                  <a:pt x="149203" y="165755"/>
                  <a:pt x="144440" y="170517"/>
                  <a:pt x="138545" y="170517"/>
                </a:cubicBezTo>
                <a:lnTo>
                  <a:pt x="127888" y="170517"/>
                </a:lnTo>
                <a:close/>
                <a:moveTo>
                  <a:pt x="31972" y="127888"/>
                </a:moveTo>
                <a:cubicBezTo>
                  <a:pt x="26077" y="127888"/>
                  <a:pt x="21315" y="132651"/>
                  <a:pt x="21315" y="138545"/>
                </a:cubicBezTo>
                <a:cubicBezTo>
                  <a:pt x="21315" y="144440"/>
                  <a:pt x="26077" y="149203"/>
                  <a:pt x="31972" y="149203"/>
                </a:cubicBezTo>
                <a:lnTo>
                  <a:pt x="117231" y="149203"/>
                </a:lnTo>
                <a:lnTo>
                  <a:pt x="117231" y="127888"/>
                </a:lnTo>
                <a:lnTo>
                  <a:pt x="31972" y="127888"/>
                </a:lnTo>
                <a:close/>
                <a:moveTo>
                  <a:pt x="42629" y="50622"/>
                </a:moveTo>
                <a:cubicBezTo>
                  <a:pt x="42629" y="55052"/>
                  <a:pt x="46193" y="58615"/>
                  <a:pt x="50622" y="58615"/>
                </a:cubicBezTo>
                <a:lnTo>
                  <a:pt x="109238" y="58615"/>
                </a:lnTo>
                <a:cubicBezTo>
                  <a:pt x="113667" y="58615"/>
                  <a:pt x="117231" y="55052"/>
                  <a:pt x="117231" y="50622"/>
                </a:cubicBezTo>
                <a:cubicBezTo>
                  <a:pt x="117231" y="46193"/>
                  <a:pt x="113667" y="42629"/>
                  <a:pt x="109238" y="42629"/>
                </a:cubicBezTo>
                <a:lnTo>
                  <a:pt x="50622" y="42629"/>
                </a:lnTo>
                <a:cubicBezTo>
                  <a:pt x="46193" y="42629"/>
                  <a:pt x="42629" y="46193"/>
                  <a:pt x="42629" y="50622"/>
                </a:cubicBezTo>
                <a:close/>
                <a:moveTo>
                  <a:pt x="50622" y="74601"/>
                </a:moveTo>
                <a:cubicBezTo>
                  <a:pt x="46193" y="74601"/>
                  <a:pt x="42629" y="78165"/>
                  <a:pt x="42629" y="82594"/>
                </a:cubicBezTo>
                <a:cubicBezTo>
                  <a:pt x="42629" y="87024"/>
                  <a:pt x="46193" y="90587"/>
                  <a:pt x="50622" y="90587"/>
                </a:cubicBezTo>
                <a:lnTo>
                  <a:pt x="109238" y="90587"/>
                </a:lnTo>
                <a:cubicBezTo>
                  <a:pt x="113667" y="90587"/>
                  <a:pt x="117231" y="87024"/>
                  <a:pt x="117231" y="82594"/>
                </a:cubicBezTo>
                <a:cubicBezTo>
                  <a:pt x="117231" y="78165"/>
                  <a:pt x="113667" y="74601"/>
                  <a:pt x="109238" y="74601"/>
                </a:cubicBezTo>
                <a:lnTo>
                  <a:pt x="50622" y="74601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" name="Text 2"/>
          <p:cNvSpPr/>
          <p:nvPr/>
        </p:nvSpPr>
        <p:spPr>
          <a:xfrm>
            <a:off x="871534" y="454713"/>
            <a:ext cx="1165203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spc="60" kern="0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BIBLIOGRAPHY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8928" y="833641"/>
            <a:ext cx="11604662" cy="378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85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8928" y="1288354"/>
            <a:ext cx="757855" cy="37893"/>
          </a:xfrm>
          <a:custGeom>
            <a:avLst/>
            <a:gdLst/>
            <a:ahLst/>
            <a:cxnLst/>
            <a:rect l="l" t="t" r="r" b="b"/>
            <a:pathLst>
              <a:path w="757855" h="37893">
                <a:moveTo>
                  <a:pt x="0" y="0"/>
                </a:moveTo>
                <a:lnTo>
                  <a:pt x="757855" y="0"/>
                </a:lnTo>
                <a:lnTo>
                  <a:pt x="757855" y="37893"/>
                </a:lnTo>
                <a:lnTo>
                  <a:pt x="0" y="37893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7" name="Shape 5"/>
          <p:cNvSpPr/>
          <p:nvPr/>
        </p:nvSpPr>
        <p:spPr>
          <a:xfrm>
            <a:off x="397874" y="1477818"/>
            <a:ext cx="7455403" cy="1212569"/>
          </a:xfrm>
          <a:custGeom>
            <a:avLst/>
            <a:gdLst/>
            <a:ahLst/>
            <a:cxnLst/>
            <a:rect l="l" t="t" r="r" b="b"/>
            <a:pathLst>
              <a:path w="7455403" h="1212569">
                <a:moveTo>
                  <a:pt x="37893" y="0"/>
                </a:moveTo>
                <a:lnTo>
                  <a:pt x="7379618" y="0"/>
                </a:lnTo>
                <a:cubicBezTo>
                  <a:pt x="7421473" y="0"/>
                  <a:pt x="7455403" y="33930"/>
                  <a:pt x="7455403" y="75786"/>
                </a:cubicBezTo>
                <a:lnTo>
                  <a:pt x="7455403" y="1136783"/>
                </a:lnTo>
                <a:cubicBezTo>
                  <a:pt x="7455403" y="1178638"/>
                  <a:pt x="7421473" y="1212569"/>
                  <a:pt x="7379618" y="1212569"/>
                </a:cubicBezTo>
                <a:lnTo>
                  <a:pt x="37893" y="1212569"/>
                </a:lnTo>
                <a:cubicBezTo>
                  <a:pt x="16965" y="1212569"/>
                  <a:pt x="0" y="1195604"/>
                  <a:pt x="0" y="1174676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97874" y="1477818"/>
            <a:ext cx="37893" cy="1212569"/>
          </a:xfrm>
          <a:custGeom>
            <a:avLst/>
            <a:gdLst/>
            <a:ahLst/>
            <a:cxnLst/>
            <a:rect l="l" t="t" r="r" b="b"/>
            <a:pathLst>
              <a:path w="37893" h="1212569">
                <a:moveTo>
                  <a:pt x="37893" y="0"/>
                </a:moveTo>
                <a:lnTo>
                  <a:pt x="37893" y="0"/>
                </a:lnTo>
                <a:lnTo>
                  <a:pt x="37893" y="1212569"/>
                </a:lnTo>
                <a:lnTo>
                  <a:pt x="37893" y="1212569"/>
                </a:lnTo>
                <a:cubicBezTo>
                  <a:pt x="16965" y="1212569"/>
                  <a:pt x="0" y="1195604"/>
                  <a:pt x="0" y="1174676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9" name="Shape 7"/>
          <p:cNvSpPr/>
          <p:nvPr/>
        </p:nvSpPr>
        <p:spPr>
          <a:xfrm>
            <a:off x="568392" y="1629389"/>
            <a:ext cx="378928" cy="378928"/>
          </a:xfrm>
          <a:custGeom>
            <a:avLst/>
            <a:gdLst/>
            <a:ahLst/>
            <a:cxnLst/>
            <a:rect l="l" t="t" r="r" b="b"/>
            <a:pathLst>
              <a:path w="378928" h="378928">
                <a:moveTo>
                  <a:pt x="189464" y="0"/>
                </a:moveTo>
                <a:lnTo>
                  <a:pt x="189464" y="0"/>
                </a:lnTo>
                <a:cubicBezTo>
                  <a:pt x="294102" y="0"/>
                  <a:pt x="378928" y="84826"/>
                  <a:pt x="378928" y="189464"/>
                </a:cubicBezTo>
                <a:lnTo>
                  <a:pt x="378928" y="189464"/>
                </a:lnTo>
                <a:cubicBezTo>
                  <a:pt x="378928" y="294102"/>
                  <a:pt x="294102" y="378928"/>
                  <a:pt x="189464" y="378928"/>
                </a:cubicBezTo>
                <a:lnTo>
                  <a:pt x="189464" y="378928"/>
                </a:lnTo>
                <a:cubicBezTo>
                  <a:pt x="84826" y="378928"/>
                  <a:pt x="0" y="294102"/>
                  <a:pt x="0" y="189464"/>
                </a:cubicBezTo>
                <a:lnTo>
                  <a:pt x="0" y="189464"/>
                </a:lnTo>
                <a:cubicBezTo>
                  <a:pt x="0" y="84826"/>
                  <a:pt x="84826" y="0"/>
                  <a:pt x="189464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81922" y="1686228"/>
            <a:ext cx="236830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[1]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8890" y="1629389"/>
            <a:ext cx="6678601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A. A. Al-Subari and M. A. Al-Wesabi,</a:t>
            </a:r>
            <a:pPr>
              <a:lnSpc>
                <a:spcPct val="130000"/>
              </a:lnSpc>
            </a:pPr>
            <a:r>
              <a:rPr lang="en-US" sz="119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"Image-based DeepFake Detection Using Artificial Intelligence," in IEEE Access, vol. 12, pp. 12345-12356, 2024.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8890" y="2159888"/>
            <a:ext cx="6669128" cy="378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study on AI-based deepfake detection methods using image analysis and convolutional neural networks.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97874" y="2841958"/>
            <a:ext cx="7455403" cy="1023105"/>
          </a:xfrm>
          <a:custGeom>
            <a:avLst/>
            <a:gdLst/>
            <a:ahLst/>
            <a:cxnLst/>
            <a:rect l="l" t="t" r="r" b="b"/>
            <a:pathLst>
              <a:path w="7455403" h="1023105">
                <a:moveTo>
                  <a:pt x="37893" y="0"/>
                </a:moveTo>
                <a:lnTo>
                  <a:pt x="7379622" y="0"/>
                </a:lnTo>
                <a:cubicBezTo>
                  <a:pt x="7421475" y="0"/>
                  <a:pt x="7455403" y="33928"/>
                  <a:pt x="7455403" y="75781"/>
                </a:cubicBezTo>
                <a:lnTo>
                  <a:pt x="7455403" y="947324"/>
                </a:lnTo>
                <a:cubicBezTo>
                  <a:pt x="7455403" y="989176"/>
                  <a:pt x="7421475" y="1023105"/>
                  <a:pt x="7379622" y="1023105"/>
                </a:cubicBezTo>
                <a:lnTo>
                  <a:pt x="37893" y="1023105"/>
                </a:lnTo>
                <a:cubicBezTo>
                  <a:pt x="16965" y="1023105"/>
                  <a:pt x="0" y="1006140"/>
                  <a:pt x="0" y="985212"/>
                </a:cubicBezTo>
                <a:lnTo>
                  <a:pt x="0" y="37893"/>
                </a:lnTo>
                <a:cubicBezTo>
                  <a:pt x="0" y="16979"/>
                  <a:pt x="16979" y="0"/>
                  <a:pt x="3789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97874" y="2841958"/>
            <a:ext cx="37893" cy="1023105"/>
          </a:xfrm>
          <a:custGeom>
            <a:avLst/>
            <a:gdLst/>
            <a:ahLst/>
            <a:cxnLst/>
            <a:rect l="l" t="t" r="r" b="b"/>
            <a:pathLst>
              <a:path w="37893" h="1023105">
                <a:moveTo>
                  <a:pt x="37893" y="0"/>
                </a:moveTo>
                <a:lnTo>
                  <a:pt x="37893" y="0"/>
                </a:lnTo>
                <a:lnTo>
                  <a:pt x="37893" y="1023105"/>
                </a:lnTo>
                <a:lnTo>
                  <a:pt x="37893" y="1023105"/>
                </a:lnTo>
                <a:cubicBezTo>
                  <a:pt x="16965" y="1023105"/>
                  <a:pt x="0" y="1006140"/>
                  <a:pt x="0" y="985212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5" name="Shape 13"/>
          <p:cNvSpPr/>
          <p:nvPr/>
        </p:nvSpPr>
        <p:spPr>
          <a:xfrm>
            <a:off x="568392" y="2993529"/>
            <a:ext cx="378928" cy="378928"/>
          </a:xfrm>
          <a:custGeom>
            <a:avLst/>
            <a:gdLst/>
            <a:ahLst/>
            <a:cxnLst/>
            <a:rect l="l" t="t" r="r" b="b"/>
            <a:pathLst>
              <a:path w="378928" h="378928">
                <a:moveTo>
                  <a:pt x="189464" y="0"/>
                </a:moveTo>
                <a:lnTo>
                  <a:pt x="189464" y="0"/>
                </a:lnTo>
                <a:cubicBezTo>
                  <a:pt x="294102" y="0"/>
                  <a:pt x="378928" y="84826"/>
                  <a:pt x="378928" y="189464"/>
                </a:cubicBezTo>
                <a:lnTo>
                  <a:pt x="378928" y="189464"/>
                </a:lnTo>
                <a:cubicBezTo>
                  <a:pt x="378928" y="294102"/>
                  <a:pt x="294102" y="378928"/>
                  <a:pt x="189464" y="378928"/>
                </a:cubicBezTo>
                <a:lnTo>
                  <a:pt x="189464" y="378928"/>
                </a:lnTo>
                <a:cubicBezTo>
                  <a:pt x="84826" y="378928"/>
                  <a:pt x="0" y="294102"/>
                  <a:pt x="0" y="189464"/>
                </a:cubicBezTo>
                <a:lnTo>
                  <a:pt x="0" y="189464"/>
                </a:lnTo>
                <a:cubicBezTo>
                  <a:pt x="0" y="84826"/>
                  <a:pt x="84826" y="0"/>
                  <a:pt x="189464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65640" y="3050368"/>
            <a:ext cx="265249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[2]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8890" y="2993529"/>
            <a:ext cx="6678601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L. Verdoliva,</a:t>
            </a:r>
            <a:pPr>
              <a:lnSpc>
                <a:spcPct val="130000"/>
              </a:lnSpc>
            </a:pPr>
            <a:r>
              <a:rPr lang="en-US" sz="119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"Media Forensics and DeepFakes: An Overview," in IEEE Journal of Selected Topics in Signal Processing, vol. 14, no. 5, pp. 910-932, Sept. 2020.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8890" y="3524028"/>
            <a:ext cx="6669128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Foundational overview of media forensics techniques and the emergence of deepfake technology challenges.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97874" y="4016634"/>
            <a:ext cx="7455403" cy="1023105"/>
          </a:xfrm>
          <a:custGeom>
            <a:avLst/>
            <a:gdLst/>
            <a:ahLst/>
            <a:cxnLst/>
            <a:rect l="l" t="t" r="r" b="b"/>
            <a:pathLst>
              <a:path w="7455403" h="1023105">
                <a:moveTo>
                  <a:pt x="37893" y="0"/>
                </a:moveTo>
                <a:lnTo>
                  <a:pt x="7379622" y="0"/>
                </a:lnTo>
                <a:cubicBezTo>
                  <a:pt x="7421475" y="0"/>
                  <a:pt x="7455403" y="33928"/>
                  <a:pt x="7455403" y="75781"/>
                </a:cubicBezTo>
                <a:lnTo>
                  <a:pt x="7455403" y="947324"/>
                </a:lnTo>
                <a:cubicBezTo>
                  <a:pt x="7455403" y="989176"/>
                  <a:pt x="7421475" y="1023105"/>
                  <a:pt x="7379622" y="1023105"/>
                </a:cubicBezTo>
                <a:lnTo>
                  <a:pt x="37893" y="1023105"/>
                </a:lnTo>
                <a:cubicBezTo>
                  <a:pt x="16965" y="1023105"/>
                  <a:pt x="0" y="1006140"/>
                  <a:pt x="0" y="985212"/>
                </a:cubicBezTo>
                <a:lnTo>
                  <a:pt x="0" y="37893"/>
                </a:lnTo>
                <a:cubicBezTo>
                  <a:pt x="0" y="16979"/>
                  <a:pt x="16979" y="0"/>
                  <a:pt x="3789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97874" y="4016634"/>
            <a:ext cx="37893" cy="1023105"/>
          </a:xfrm>
          <a:custGeom>
            <a:avLst/>
            <a:gdLst/>
            <a:ahLst/>
            <a:cxnLst/>
            <a:rect l="l" t="t" r="r" b="b"/>
            <a:pathLst>
              <a:path w="37893" h="1023105">
                <a:moveTo>
                  <a:pt x="37893" y="0"/>
                </a:moveTo>
                <a:lnTo>
                  <a:pt x="37893" y="0"/>
                </a:lnTo>
                <a:lnTo>
                  <a:pt x="37893" y="1023105"/>
                </a:lnTo>
                <a:lnTo>
                  <a:pt x="37893" y="1023105"/>
                </a:lnTo>
                <a:cubicBezTo>
                  <a:pt x="16965" y="1023105"/>
                  <a:pt x="0" y="1006140"/>
                  <a:pt x="0" y="985212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568392" y="4168205"/>
            <a:ext cx="378928" cy="378928"/>
          </a:xfrm>
          <a:custGeom>
            <a:avLst/>
            <a:gdLst/>
            <a:ahLst/>
            <a:cxnLst/>
            <a:rect l="l" t="t" r="r" b="b"/>
            <a:pathLst>
              <a:path w="378928" h="378928">
                <a:moveTo>
                  <a:pt x="189464" y="0"/>
                </a:moveTo>
                <a:lnTo>
                  <a:pt x="189464" y="0"/>
                </a:lnTo>
                <a:cubicBezTo>
                  <a:pt x="294102" y="0"/>
                  <a:pt x="378928" y="84826"/>
                  <a:pt x="378928" y="189464"/>
                </a:cubicBezTo>
                <a:lnTo>
                  <a:pt x="378928" y="189464"/>
                </a:lnTo>
                <a:cubicBezTo>
                  <a:pt x="378928" y="294102"/>
                  <a:pt x="294102" y="378928"/>
                  <a:pt x="189464" y="378928"/>
                </a:cubicBezTo>
                <a:lnTo>
                  <a:pt x="189464" y="378928"/>
                </a:lnTo>
                <a:cubicBezTo>
                  <a:pt x="84826" y="378928"/>
                  <a:pt x="0" y="294102"/>
                  <a:pt x="0" y="189464"/>
                </a:cubicBezTo>
                <a:lnTo>
                  <a:pt x="0" y="189464"/>
                </a:lnTo>
                <a:cubicBezTo>
                  <a:pt x="0" y="84826"/>
                  <a:pt x="84826" y="0"/>
                  <a:pt x="189464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63420" y="4225044"/>
            <a:ext cx="274723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[3]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8890" y="4168205"/>
            <a:ext cx="6678601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Seferidis, K., Kollias, D., Wingate, J., Kollias, S., &amp; Nikolaidis, N.,</a:t>
            </a:r>
            <a:pPr>
              <a:lnSpc>
                <a:spcPct val="130000"/>
              </a:lnSpc>
            </a:pPr>
            <a:r>
              <a:rPr lang="en-US" sz="119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"DeepFake Detection: A Systematic Literature Review and Experimental Evaluation," in IEEE Access, vol. 9, pp. 123456-123478, 2021.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8890" y="4698704"/>
            <a:ext cx="6669128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Systematic review of deepfake detection methodologies with comparative experimental evaluation.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97874" y="5191310"/>
            <a:ext cx="7455403" cy="1439925"/>
          </a:xfrm>
          <a:custGeom>
            <a:avLst/>
            <a:gdLst/>
            <a:ahLst/>
            <a:cxnLst/>
            <a:rect l="l" t="t" r="r" b="b"/>
            <a:pathLst>
              <a:path w="7455403" h="1439925">
                <a:moveTo>
                  <a:pt x="37893" y="0"/>
                </a:moveTo>
                <a:lnTo>
                  <a:pt x="7379620" y="0"/>
                </a:lnTo>
                <a:cubicBezTo>
                  <a:pt x="7421474" y="0"/>
                  <a:pt x="7455403" y="33929"/>
                  <a:pt x="7455403" y="75783"/>
                </a:cubicBezTo>
                <a:lnTo>
                  <a:pt x="7455403" y="1364142"/>
                </a:lnTo>
                <a:cubicBezTo>
                  <a:pt x="7455403" y="1405996"/>
                  <a:pt x="7421474" y="1439925"/>
                  <a:pt x="7379620" y="1439925"/>
                </a:cubicBezTo>
                <a:lnTo>
                  <a:pt x="37893" y="1439925"/>
                </a:lnTo>
                <a:cubicBezTo>
                  <a:pt x="16965" y="1439925"/>
                  <a:pt x="0" y="1422960"/>
                  <a:pt x="0" y="1402033"/>
                </a:cubicBezTo>
                <a:lnTo>
                  <a:pt x="0" y="37893"/>
                </a:lnTo>
                <a:cubicBezTo>
                  <a:pt x="0" y="16979"/>
                  <a:pt x="16979" y="0"/>
                  <a:pt x="3789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97874" y="5191310"/>
            <a:ext cx="37893" cy="1439925"/>
          </a:xfrm>
          <a:custGeom>
            <a:avLst/>
            <a:gdLst/>
            <a:ahLst/>
            <a:cxnLst/>
            <a:rect l="l" t="t" r="r" b="b"/>
            <a:pathLst>
              <a:path w="37893" h="1439925">
                <a:moveTo>
                  <a:pt x="37893" y="0"/>
                </a:moveTo>
                <a:lnTo>
                  <a:pt x="37893" y="0"/>
                </a:lnTo>
                <a:lnTo>
                  <a:pt x="37893" y="1439925"/>
                </a:lnTo>
                <a:lnTo>
                  <a:pt x="37893" y="1439925"/>
                </a:lnTo>
                <a:cubicBezTo>
                  <a:pt x="16965" y="1439925"/>
                  <a:pt x="0" y="1422960"/>
                  <a:pt x="0" y="1402033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27" name="Shape 25"/>
          <p:cNvSpPr/>
          <p:nvPr/>
        </p:nvSpPr>
        <p:spPr>
          <a:xfrm>
            <a:off x="568392" y="5342881"/>
            <a:ext cx="378928" cy="378928"/>
          </a:xfrm>
          <a:custGeom>
            <a:avLst/>
            <a:gdLst/>
            <a:ahLst/>
            <a:cxnLst/>
            <a:rect l="l" t="t" r="r" b="b"/>
            <a:pathLst>
              <a:path w="378928" h="378928">
                <a:moveTo>
                  <a:pt x="189464" y="0"/>
                </a:moveTo>
                <a:lnTo>
                  <a:pt x="189464" y="0"/>
                </a:lnTo>
                <a:cubicBezTo>
                  <a:pt x="294102" y="0"/>
                  <a:pt x="378928" y="84826"/>
                  <a:pt x="378928" y="189464"/>
                </a:cubicBezTo>
                <a:lnTo>
                  <a:pt x="378928" y="189464"/>
                </a:lnTo>
                <a:cubicBezTo>
                  <a:pt x="378928" y="294102"/>
                  <a:pt x="294102" y="378928"/>
                  <a:pt x="189464" y="378928"/>
                </a:cubicBezTo>
                <a:lnTo>
                  <a:pt x="189464" y="378928"/>
                </a:lnTo>
                <a:cubicBezTo>
                  <a:pt x="84826" y="378928"/>
                  <a:pt x="0" y="294102"/>
                  <a:pt x="0" y="189464"/>
                </a:cubicBezTo>
                <a:lnTo>
                  <a:pt x="0" y="189464"/>
                </a:lnTo>
                <a:cubicBezTo>
                  <a:pt x="0" y="84826"/>
                  <a:pt x="84826" y="0"/>
                  <a:pt x="189464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65640" y="5399720"/>
            <a:ext cx="265249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[4]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98890" y="5342881"/>
            <a:ext cx="6678601" cy="682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Goodfellow, I., Pouget-Abadie, J., Mirza, M., Xu, B., Warde-Farley, D., Ozair, S., ... &amp; Bengio, Y.,</a:t>
            </a:r>
            <a:pPr>
              <a:lnSpc>
                <a:spcPct val="130000"/>
              </a:lnSpc>
            </a:pPr>
            <a:r>
              <a:rPr lang="en-US" sz="119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"Generative Adversarial Nets," in Advances in Neural Information Processing Systems, vol. 27, pp. 2672-2680, 2014.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98890" y="6100737"/>
            <a:ext cx="6669128" cy="378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Foundational paper on Generative Adversarial Networks (GANs), the underlying technology for deepfake generation.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087739" y="1487291"/>
            <a:ext cx="3713492" cy="3012476"/>
          </a:xfrm>
          <a:custGeom>
            <a:avLst/>
            <a:gdLst/>
            <a:ahLst/>
            <a:cxnLst/>
            <a:rect l="l" t="t" r="r" b="b"/>
            <a:pathLst>
              <a:path w="3713492" h="3012476">
                <a:moveTo>
                  <a:pt x="75794" y="0"/>
                </a:moveTo>
                <a:lnTo>
                  <a:pt x="3637698" y="0"/>
                </a:lnTo>
                <a:cubicBezTo>
                  <a:pt x="3679558" y="0"/>
                  <a:pt x="3713492" y="33934"/>
                  <a:pt x="3713492" y="75794"/>
                </a:cubicBezTo>
                <a:lnTo>
                  <a:pt x="3713492" y="2936682"/>
                </a:lnTo>
                <a:cubicBezTo>
                  <a:pt x="3713492" y="2978541"/>
                  <a:pt x="3679558" y="3012476"/>
                  <a:pt x="3637698" y="3012476"/>
                </a:cubicBezTo>
                <a:lnTo>
                  <a:pt x="75794" y="3012476"/>
                </a:lnTo>
                <a:cubicBezTo>
                  <a:pt x="33934" y="3012476"/>
                  <a:pt x="0" y="2978541"/>
                  <a:pt x="0" y="2936682"/>
                </a:cubicBezTo>
                <a:lnTo>
                  <a:pt x="0" y="75794"/>
                </a:lnTo>
                <a:cubicBezTo>
                  <a:pt x="0" y="33962"/>
                  <a:pt x="33962" y="0"/>
                  <a:pt x="75794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25400">
            <a:solidFill>
              <a:srgbClr val="3D8F8A">
                <a:alpha val="50196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01417" y="1648336"/>
            <a:ext cx="3486135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9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Additional Resources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48783" y="2065156"/>
            <a:ext cx="3391403" cy="682070"/>
          </a:xfrm>
          <a:custGeom>
            <a:avLst/>
            <a:gdLst/>
            <a:ahLst/>
            <a:cxnLst/>
            <a:rect l="l" t="t" r="r" b="b"/>
            <a:pathLst>
              <a:path w="3391403" h="682070">
                <a:moveTo>
                  <a:pt x="37896" y="0"/>
                </a:moveTo>
                <a:lnTo>
                  <a:pt x="3353507" y="0"/>
                </a:lnTo>
                <a:cubicBezTo>
                  <a:pt x="3374437" y="0"/>
                  <a:pt x="3391403" y="16967"/>
                  <a:pt x="3391403" y="37896"/>
                </a:cubicBezTo>
                <a:lnTo>
                  <a:pt x="3391403" y="644174"/>
                </a:lnTo>
                <a:cubicBezTo>
                  <a:pt x="3391403" y="665103"/>
                  <a:pt x="3374437" y="682070"/>
                  <a:pt x="3353507" y="682070"/>
                </a:cubicBezTo>
                <a:lnTo>
                  <a:pt x="37896" y="682070"/>
                </a:lnTo>
                <a:cubicBezTo>
                  <a:pt x="16967" y="682070"/>
                  <a:pt x="0" y="665103"/>
                  <a:pt x="0" y="644174"/>
                </a:cubicBezTo>
                <a:lnTo>
                  <a:pt x="0" y="37896"/>
                </a:lnTo>
                <a:cubicBezTo>
                  <a:pt x="0" y="16981"/>
                  <a:pt x="16981" y="0"/>
                  <a:pt x="378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362462" y="2178834"/>
            <a:ext cx="3239832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TensorFlow Documentation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62462" y="2444084"/>
            <a:ext cx="3230359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 framework guides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48783" y="2860904"/>
            <a:ext cx="3391403" cy="682070"/>
          </a:xfrm>
          <a:custGeom>
            <a:avLst/>
            <a:gdLst/>
            <a:ahLst/>
            <a:cxnLst/>
            <a:rect l="l" t="t" r="r" b="b"/>
            <a:pathLst>
              <a:path w="3391403" h="682070">
                <a:moveTo>
                  <a:pt x="37896" y="0"/>
                </a:moveTo>
                <a:lnTo>
                  <a:pt x="3353507" y="0"/>
                </a:lnTo>
                <a:cubicBezTo>
                  <a:pt x="3374437" y="0"/>
                  <a:pt x="3391403" y="16967"/>
                  <a:pt x="3391403" y="37896"/>
                </a:cubicBezTo>
                <a:lnTo>
                  <a:pt x="3391403" y="644174"/>
                </a:lnTo>
                <a:cubicBezTo>
                  <a:pt x="3391403" y="665103"/>
                  <a:pt x="3374437" y="682070"/>
                  <a:pt x="3353507" y="682070"/>
                </a:cubicBezTo>
                <a:lnTo>
                  <a:pt x="37896" y="682070"/>
                </a:lnTo>
                <a:cubicBezTo>
                  <a:pt x="16967" y="682070"/>
                  <a:pt x="0" y="665103"/>
                  <a:pt x="0" y="644174"/>
                </a:cubicBezTo>
                <a:lnTo>
                  <a:pt x="0" y="37896"/>
                </a:lnTo>
                <a:cubicBezTo>
                  <a:pt x="0" y="16981"/>
                  <a:pt x="16981" y="0"/>
                  <a:pt x="378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8362462" y="2974583"/>
            <a:ext cx="3239832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Kaggle Datasets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362462" y="3239832"/>
            <a:ext cx="3230359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Deepfake and real images dataset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48783" y="3656653"/>
            <a:ext cx="3391403" cy="682070"/>
          </a:xfrm>
          <a:custGeom>
            <a:avLst/>
            <a:gdLst/>
            <a:ahLst/>
            <a:cxnLst/>
            <a:rect l="l" t="t" r="r" b="b"/>
            <a:pathLst>
              <a:path w="3391403" h="682070">
                <a:moveTo>
                  <a:pt x="37896" y="0"/>
                </a:moveTo>
                <a:lnTo>
                  <a:pt x="3353507" y="0"/>
                </a:lnTo>
                <a:cubicBezTo>
                  <a:pt x="3374437" y="0"/>
                  <a:pt x="3391403" y="16967"/>
                  <a:pt x="3391403" y="37896"/>
                </a:cubicBezTo>
                <a:lnTo>
                  <a:pt x="3391403" y="644174"/>
                </a:lnTo>
                <a:cubicBezTo>
                  <a:pt x="3391403" y="665103"/>
                  <a:pt x="3374437" y="682070"/>
                  <a:pt x="3353507" y="682070"/>
                </a:cubicBezTo>
                <a:lnTo>
                  <a:pt x="37896" y="682070"/>
                </a:lnTo>
                <a:cubicBezTo>
                  <a:pt x="16967" y="682070"/>
                  <a:pt x="0" y="665103"/>
                  <a:pt x="0" y="644174"/>
                </a:cubicBezTo>
                <a:lnTo>
                  <a:pt x="0" y="37896"/>
                </a:lnTo>
                <a:cubicBezTo>
                  <a:pt x="0" y="16981"/>
                  <a:pt x="16981" y="0"/>
                  <a:pt x="378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8362462" y="3770331"/>
            <a:ext cx="3239832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3D8F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IEEE Xplore Digital Library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362462" y="4035580"/>
            <a:ext cx="3230359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 vision research papers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078266" y="4660811"/>
            <a:ext cx="3732438" cy="2197781"/>
          </a:xfrm>
          <a:custGeom>
            <a:avLst/>
            <a:gdLst/>
            <a:ahLst/>
            <a:cxnLst/>
            <a:rect l="l" t="t" r="r" b="b"/>
            <a:pathLst>
              <a:path w="3732438" h="2197781">
                <a:moveTo>
                  <a:pt x="75779" y="0"/>
                </a:moveTo>
                <a:lnTo>
                  <a:pt x="3656659" y="0"/>
                </a:lnTo>
                <a:cubicBezTo>
                  <a:pt x="3698511" y="0"/>
                  <a:pt x="3732438" y="33928"/>
                  <a:pt x="3732438" y="75779"/>
                </a:cubicBezTo>
                <a:lnTo>
                  <a:pt x="3732438" y="2122001"/>
                </a:lnTo>
                <a:cubicBezTo>
                  <a:pt x="3732438" y="2163853"/>
                  <a:pt x="3698511" y="2197781"/>
                  <a:pt x="3656659" y="2197781"/>
                </a:cubicBezTo>
                <a:lnTo>
                  <a:pt x="75779" y="2197781"/>
                </a:lnTo>
                <a:cubicBezTo>
                  <a:pt x="33928" y="2197781"/>
                  <a:pt x="0" y="2163853"/>
                  <a:pt x="0" y="2122001"/>
                </a:cubicBezTo>
                <a:lnTo>
                  <a:pt x="0" y="75779"/>
                </a:lnTo>
                <a:cubicBezTo>
                  <a:pt x="0" y="33928"/>
                  <a:pt x="33928" y="0"/>
                  <a:pt x="75779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229837" y="4812382"/>
            <a:ext cx="3524028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Impact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42862" y="5352354"/>
            <a:ext cx="191832" cy="170517"/>
          </a:xfrm>
          <a:custGeom>
            <a:avLst/>
            <a:gdLst/>
            <a:ahLst/>
            <a:cxnLst/>
            <a:rect l="l" t="t" r="r" b="b"/>
            <a:pathLst>
              <a:path w="191832" h="170517">
                <a:moveTo>
                  <a:pt x="15986" y="65210"/>
                </a:moveTo>
                <a:lnTo>
                  <a:pt x="85658" y="93885"/>
                </a:lnTo>
                <a:cubicBezTo>
                  <a:pt x="88922" y="95217"/>
                  <a:pt x="92386" y="95916"/>
                  <a:pt x="95916" y="95916"/>
                </a:cubicBezTo>
                <a:cubicBezTo>
                  <a:pt x="99446" y="95916"/>
                  <a:pt x="102910" y="95217"/>
                  <a:pt x="106174" y="93885"/>
                </a:cubicBezTo>
                <a:lnTo>
                  <a:pt x="186903" y="60647"/>
                </a:lnTo>
                <a:cubicBezTo>
                  <a:pt x="189901" y="59415"/>
                  <a:pt x="191832" y="56517"/>
                  <a:pt x="191832" y="53287"/>
                </a:cubicBezTo>
                <a:cubicBezTo>
                  <a:pt x="191832" y="50056"/>
                  <a:pt x="189901" y="47159"/>
                  <a:pt x="186903" y="45926"/>
                </a:cubicBezTo>
                <a:lnTo>
                  <a:pt x="106174" y="12689"/>
                </a:lnTo>
                <a:cubicBezTo>
                  <a:pt x="102910" y="11357"/>
                  <a:pt x="99446" y="10657"/>
                  <a:pt x="95916" y="10657"/>
                </a:cubicBezTo>
                <a:cubicBezTo>
                  <a:pt x="92386" y="10657"/>
                  <a:pt x="88922" y="11357"/>
                  <a:pt x="85658" y="12689"/>
                </a:cubicBezTo>
                <a:lnTo>
                  <a:pt x="4929" y="45926"/>
                </a:lnTo>
                <a:cubicBezTo>
                  <a:pt x="1932" y="47159"/>
                  <a:pt x="0" y="50056"/>
                  <a:pt x="0" y="53287"/>
                </a:cubicBezTo>
                <a:lnTo>
                  <a:pt x="0" y="151867"/>
                </a:lnTo>
                <a:cubicBezTo>
                  <a:pt x="0" y="156297"/>
                  <a:pt x="3564" y="159860"/>
                  <a:pt x="7993" y="159860"/>
                </a:cubicBezTo>
                <a:cubicBezTo>
                  <a:pt x="12422" y="159860"/>
                  <a:pt x="15986" y="156297"/>
                  <a:pt x="15986" y="151867"/>
                </a:cubicBezTo>
                <a:lnTo>
                  <a:pt x="15986" y="65210"/>
                </a:lnTo>
                <a:close/>
                <a:moveTo>
                  <a:pt x="31972" y="89089"/>
                </a:moveTo>
                <a:lnTo>
                  <a:pt x="31972" y="127888"/>
                </a:lnTo>
                <a:cubicBezTo>
                  <a:pt x="31972" y="145539"/>
                  <a:pt x="60614" y="159860"/>
                  <a:pt x="95916" y="159860"/>
                </a:cubicBezTo>
                <a:cubicBezTo>
                  <a:pt x="131219" y="159860"/>
                  <a:pt x="159860" y="145539"/>
                  <a:pt x="159860" y="127888"/>
                </a:cubicBezTo>
                <a:lnTo>
                  <a:pt x="159860" y="89055"/>
                </a:lnTo>
                <a:lnTo>
                  <a:pt x="112268" y="108672"/>
                </a:lnTo>
                <a:cubicBezTo>
                  <a:pt x="107073" y="110803"/>
                  <a:pt x="101544" y="111902"/>
                  <a:pt x="95916" y="111902"/>
                </a:cubicBezTo>
                <a:cubicBezTo>
                  <a:pt x="90288" y="111902"/>
                  <a:pt x="84759" y="110803"/>
                  <a:pt x="79564" y="108672"/>
                </a:cubicBezTo>
                <a:lnTo>
                  <a:pt x="31972" y="89055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5" name="Text 43"/>
          <p:cNvSpPr/>
          <p:nvPr/>
        </p:nvSpPr>
        <p:spPr>
          <a:xfrm>
            <a:off x="8556662" y="5229203"/>
            <a:ext cx="1771487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Academic Contribution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556662" y="5456559"/>
            <a:ext cx="1762014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Advances deepfake detection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53520" y="5882853"/>
            <a:ext cx="170517" cy="170517"/>
          </a:xfrm>
          <a:custGeom>
            <a:avLst/>
            <a:gdLst/>
            <a:ahLst/>
            <a:cxnLst/>
            <a:rect l="l" t="t" r="r" b="b"/>
            <a:pathLst>
              <a:path w="170517" h="170517">
                <a:moveTo>
                  <a:pt x="10657" y="10657"/>
                </a:moveTo>
                <a:cubicBezTo>
                  <a:pt x="4763" y="10657"/>
                  <a:pt x="0" y="15420"/>
                  <a:pt x="0" y="21315"/>
                </a:cubicBezTo>
                <a:lnTo>
                  <a:pt x="0" y="143874"/>
                </a:lnTo>
                <a:cubicBezTo>
                  <a:pt x="0" y="152700"/>
                  <a:pt x="7160" y="159860"/>
                  <a:pt x="15986" y="159860"/>
                </a:cubicBezTo>
                <a:lnTo>
                  <a:pt x="154531" y="159860"/>
                </a:lnTo>
                <a:cubicBezTo>
                  <a:pt x="163357" y="159860"/>
                  <a:pt x="170517" y="152700"/>
                  <a:pt x="170517" y="143874"/>
                </a:cubicBezTo>
                <a:lnTo>
                  <a:pt x="170517" y="50689"/>
                </a:lnTo>
                <a:cubicBezTo>
                  <a:pt x="170517" y="44628"/>
                  <a:pt x="164056" y="40798"/>
                  <a:pt x="158728" y="43662"/>
                </a:cubicBezTo>
                <a:lnTo>
                  <a:pt x="106573" y="71737"/>
                </a:lnTo>
                <a:lnTo>
                  <a:pt x="106573" y="50689"/>
                </a:lnTo>
                <a:cubicBezTo>
                  <a:pt x="106573" y="44628"/>
                  <a:pt x="100112" y="40798"/>
                  <a:pt x="94784" y="43662"/>
                </a:cubicBezTo>
                <a:lnTo>
                  <a:pt x="42629" y="71737"/>
                </a:lnTo>
                <a:lnTo>
                  <a:pt x="42629" y="21315"/>
                </a:lnTo>
                <a:cubicBezTo>
                  <a:pt x="42629" y="15420"/>
                  <a:pt x="37867" y="10657"/>
                  <a:pt x="31972" y="10657"/>
                </a:cubicBezTo>
                <a:lnTo>
                  <a:pt x="10657" y="10657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48" name="Text 46"/>
          <p:cNvSpPr/>
          <p:nvPr/>
        </p:nvSpPr>
        <p:spPr>
          <a:xfrm>
            <a:off x="8556662" y="5759702"/>
            <a:ext cx="1648336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 Applications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556662" y="5987058"/>
            <a:ext cx="1638862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Practical deployment ready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53520" y="6413352"/>
            <a:ext cx="170517" cy="170517"/>
          </a:xfrm>
          <a:custGeom>
            <a:avLst/>
            <a:gdLst/>
            <a:ahLst/>
            <a:cxnLst/>
            <a:rect l="l" t="t" r="r" b="b"/>
            <a:pathLst>
              <a:path w="170517" h="170517">
                <a:moveTo>
                  <a:pt x="117197" y="93252"/>
                </a:moveTo>
                <a:lnTo>
                  <a:pt x="53620" y="93252"/>
                </a:lnTo>
                <a:cubicBezTo>
                  <a:pt x="54586" y="114733"/>
                  <a:pt x="59348" y="134516"/>
                  <a:pt x="66109" y="149003"/>
                </a:cubicBezTo>
                <a:cubicBezTo>
                  <a:pt x="69906" y="157163"/>
                  <a:pt x="74002" y="162924"/>
                  <a:pt x="77799" y="166454"/>
                </a:cubicBezTo>
                <a:cubicBezTo>
                  <a:pt x="81529" y="169951"/>
                  <a:pt x="84093" y="170517"/>
                  <a:pt x="85425" y="170517"/>
                </a:cubicBezTo>
                <a:cubicBezTo>
                  <a:pt x="86757" y="170517"/>
                  <a:pt x="89322" y="169951"/>
                  <a:pt x="93052" y="166454"/>
                </a:cubicBezTo>
                <a:cubicBezTo>
                  <a:pt x="96849" y="162924"/>
                  <a:pt x="100945" y="157129"/>
                  <a:pt x="104742" y="149003"/>
                </a:cubicBezTo>
                <a:cubicBezTo>
                  <a:pt x="111502" y="134516"/>
                  <a:pt x="116265" y="114733"/>
                  <a:pt x="117231" y="93252"/>
                </a:cubicBezTo>
                <a:close/>
                <a:moveTo>
                  <a:pt x="53586" y="77266"/>
                </a:moveTo>
                <a:lnTo>
                  <a:pt x="117164" y="77266"/>
                </a:lnTo>
                <a:cubicBezTo>
                  <a:pt x="116232" y="55785"/>
                  <a:pt x="111469" y="36002"/>
                  <a:pt x="104708" y="21515"/>
                </a:cubicBezTo>
                <a:cubicBezTo>
                  <a:pt x="100912" y="13388"/>
                  <a:pt x="96815" y="7593"/>
                  <a:pt x="93019" y="4063"/>
                </a:cubicBezTo>
                <a:cubicBezTo>
                  <a:pt x="89289" y="566"/>
                  <a:pt x="86724" y="0"/>
                  <a:pt x="85392" y="0"/>
                </a:cubicBezTo>
                <a:cubicBezTo>
                  <a:pt x="84060" y="0"/>
                  <a:pt x="81495" y="566"/>
                  <a:pt x="77765" y="4063"/>
                </a:cubicBezTo>
                <a:cubicBezTo>
                  <a:pt x="73969" y="7593"/>
                  <a:pt x="69872" y="13388"/>
                  <a:pt x="66076" y="21515"/>
                </a:cubicBezTo>
                <a:cubicBezTo>
                  <a:pt x="59315" y="36002"/>
                  <a:pt x="54552" y="55785"/>
                  <a:pt x="53586" y="77266"/>
                </a:cubicBezTo>
                <a:close/>
                <a:moveTo>
                  <a:pt x="37600" y="77266"/>
                </a:moveTo>
                <a:cubicBezTo>
                  <a:pt x="38766" y="48757"/>
                  <a:pt x="46126" y="22281"/>
                  <a:pt x="56884" y="4896"/>
                </a:cubicBezTo>
                <a:cubicBezTo>
                  <a:pt x="26210" y="15753"/>
                  <a:pt x="3630" y="43695"/>
                  <a:pt x="500" y="77266"/>
                </a:cubicBezTo>
                <a:lnTo>
                  <a:pt x="37600" y="77266"/>
                </a:lnTo>
                <a:close/>
                <a:moveTo>
                  <a:pt x="500" y="93252"/>
                </a:moveTo>
                <a:cubicBezTo>
                  <a:pt x="3630" y="126822"/>
                  <a:pt x="26210" y="154765"/>
                  <a:pt x="56884" y="165622"/>
                </a:cubicBezTo>
                <a:cubicBezTo>
                  <a:pt x="46126" y="148237"/>
                  <a:pt x="38766" y="121760"/>
                  <a:pt x="37600" y="93252"/>
                </a:cubicBezTo>
                <a:lnTo>
                  <a:pt x="500" y="93252"/>
                </a:lnTo>
                <a:close/>
                <a:moveTo>
                  <a:pt x="133183" y="93252"/>
                </a:moveTo>
                <a:cubicBezTo>
                  <a:pt x="132018" y="121760"/>
                  <a:pt x="124658" y="148237"/>
                  <a:pt x="113900" y="165622"/>
                </a:cubicBezTo>
                <a:cubicBezTo>
                  <a:pt x="144574" y="154731"/>
                  <a:pt x="167154" y="126822"/>
                  <a:pt x="170284" y="93252"/>
                </a:cubicBezTo>
                <a:lnTo>
                  <a:pt x="133183" y="93252"/>
                </a:lnTo>
                <a:close/>
                <a:moveTo>
                  <a:pt x="170284" y="77266"/>
                </a:moveTo>
                <a:cubicBezTo>
                  <a:pt x="167154" y="43695"/>
                  <a:pt x="144574" y="15753"/>
                  <a:pt x="113900" y="4896"/>
                </a:cubicBezTo>
                <a:cubicBezTo>
                  <a:pt x="124658" y="22281"/>
                  <a:pt x="132018" y="48757"/>
                  <a:pt x="133183" y="77266"/>
                </a:cubicBezTo>
                <a:lnTo>
                  <a:pt x="170284" y="77266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51" name="Text 49"/>
          <p:cNvSpPr/>
          <p:nvPr/>
        </p:nvSpPr>
        <p:spPr>
          <a:xfrm>
            <a:off x="8556662" y="6290200"/>
            <a:ext cx="1477818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Societal Benefit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556662" y="6517557"/>
            <a:ext cx="1468345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trust preservation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bb3196f78e04894935b49ea5a6c7557e482180d4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38800" y="66675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867400" y="8953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6" name="Text 3"/>
          <p:cNvSpPr/>
          <p:nvPr/>
        </p:nvSpPr>
        <p:spPr>
          <a:xfrm>
            <a:off x="4590604" y="1809750"/>
            <a:ext cx="3009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25336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8" name="Text 5"/>
          <p:cNvSpPr/>
          <p:nvPr/>
        </p:nvSpPr>
        <p:spPr>
          <a:xfrm>
            <a:off x="4676329" y="2800350"/>
            <a:ext cx="2838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134320" y="3409950"/>
            <a:ext cx="2809875" cy="1409700"/>
          </a:xfrm>
          <a:custGeom>
            <a:avLst/>
            <a:gdLst/>
            <a:ahLst/>
            <a:cxnLst/>
            <a:rect l="l" t="t" r="r" b="b"/>
            <a:pathLst>
              <a:path w="2809875" h="1409700">
                <a:moveTo>
                  <a:pt x="76194" y="0"/>
                </a:moveTo>
                <a:lnTo>
                  <a:pt x="2733681" y="0"/>
                </a:lnTo>
                <a:cubicBezTo>
                  <a:pt x="2775733" y="0"/>
                  <a:pt x="2809875" y="34142"/>
                  <a:pt x="2809875" y="76194"/>
                </a:cubicBezTo>
                <a:lnTo>
                  <a:pt x="2809875" y="1333506"/>
                </a:lnTo>
                <a:cubicBezTo>
                  <a:pt x="2809875" y="1375587"/>
                  <a:pt x="2775762" y="1409700"/>
                  <a:pt x="2733681" y="1409700"/>
                </a:cubicBezTo>
                <a:lnTo>
                  <a:pt x="76194" y="1409700"/>
                </a:lnTo>
                <a:cubicBezTo>
                  <a:pt x="34142" y="1409700"/>
                  <a:pt x="0" y="1375558"/>
                  <a:pt x="0" y="1333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3405783" y="36576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7737" y="-5804"/>
                </a:moveTo>
                <a:cubicBezTo>
                  <a:pt x="102647" y="-6831"/>
                  <a:pt x="97423" y="-6831"/>
                  <a:pt x="92333" y="-5804"/>
                </a:cubicBezTo>
                <a:lnTo>
                  <a:pt x="8617" y="10939"/>
                </a:lnTo>
                <a:cubicBezTo>
                  <a:pt x="3617" y="11921"/>
                  <a:pt x="0" y="16341"/>
                  <a:pt x="0" y="21431"/>
                </a:cubicBezTo>
                <a:cubicBezTo>
                  <a:pt x="0" y="26030"/>
                  <a:pt x="2902" y="30048"/>
                  <a:pt x="7144" y="31522"/>
                </a:cubicBezTo>
                <a:lnTo>
                  <a:pt x="7144" y="64294"/>
                </a:lnTo>
                <a:lnTo>
                  <a:pt x="134" y="99387"/>
                </a:lnTo>
                <a:cubicBezTo>
                  <a:pt x="45" y="99789"/>
                  <a:pt x="0" y="100236"/>
                  <a:pt x="0" y="100682"/>
                </a:cubicBezTo>
                <a:cubicBezTo>
                  <a:pt x="0" y="104254"/>
                  <a:pt x="2902" y="107201"/>
                  <a:pt x="6519" y="107201"/>
                </a:cubicBezTo>
                <a:lnTo>
                  <a:pt x="22101" y="107201"/>
                </a:lnTo>
                <a:cubicBezTo>
                  <a:pt x="25673" y="107201"/>
                  <a:pt x="28620" y="104299"/>
                  <a:pt x="28620" y="100682"/>
                </a:cubicBezTo>
                <a:cubicBezTo>
                  <a:pt x="28620" y="100236"/>
                  <a:pt x="28575" y="99834"/>
                  <a:pt x="28486" y="99387"/>
                </a:cubicBezTo>
                <a:lnTo>
                  <a:pt x="21431" y="64294"/>
                </a:lnTo>
                <a:lnTo>
                  <a:pt x="21431" y="34513"/>
                </a:lnTo>
                <a:lnTo>
                  <a:pt x="42863" y="38799"/>
                </a:lnTo>
                <a:lnTo>
                  <a:pt x="42863" y="64294"/>
                </a:lnTo>
                <a:cubicBezTo>
                  <a:pt x="42863" y="95860"/>
                  <a:pt x="68446" y="121444"/>
                  <a:pt x="100013" y="121444"/>
                </a:cubicBezTo>
                <a:cubicBezTo>
                  <a:pt x="131579" y="121444"/>
                  <a:pt x="157163" y="95860"/>
                  <a:pt x="157163" y="64294"/>
                </a:cubicBezTo>
                <a:lnTo>
                  <a:pt x="157163" y="38799"/>
                </a:lnTo>
                <a:lnTo>
                  <a:pt x="191408" y="31968"/>
                </a:lnTo>
                <a:cubicBezTo>
                  <a:pt x="196408" y="30941"/>
                  <a:pt x="200025" y="26521"/>
                  <a:pt x="200025" y="21431"/>
                </a:cubicBezTo>
                <a:cubicBezTo>
                  <a:pt x="200025" y="16341"/>
                  <a:pt x="196408" y="11921"/>
                  <a:pt x="191408" y="10939"/>
                </a:cubicBezTo>
                <a:lnTo>
                  <a:pt x="107737" y="-5804"/>
                </a:lnTo>
                <a:close/>
                <a:moveTo>
                  <a:pt x="100013" y="100013"/>
                </a:moveTo>
                <a:cubicBezTo>
                  <a:pt x="80278" y="100013"/>
                  <a:pt x="64294" y="84028"/>
                  <a:pt x="64294" y="64294"/>
                </a:cubicBezTo>
                <a:lnTo>
                  <a:pt x="135731" y="64294"/>
                </a:lnTo>
                <a:cubicBezTo>
                  <a:pt x="135731" y="84028"/>
                  <a:pt x="119747" y="100013"/>
                  <a:pt x="100013" y="100013"/>
                </a:cubicBezTo>
                <a:close/>
                <a:moveTo>
                  <a:pt x="53623" y="142920"/>
                </a:moveTo>
                <a:cubicBezTo>
                  <a:pt x="26209" y="155511"/>
                  <a:pt x="7144" y="183193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89297" y="228600"/>
                </a:lnTo>
                <a:lnTo>
                  <a:pt x="89297" y="163413"/>
                </a:lnTo>
                <a:lnTo>
                  <a:pt x="63669" y="144214"/>
                </a:lnTo>
                <a:cubicBezTo>
                  <a:pt x="60767" y="142027"/>
                  <a:pt x="56882" y="141446"/>
                  <a:pt x="53578" y="142964"/>
                </a:cubicBezTo>
                <a:close/>
                <a:moveTo>
                  <a:pt x="110728" y="228600"/>
                </a:move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83193"/>
                  <a:pt x="173816" y="155511"/>
                  <a:pt x="146402" y="142964"/>
                </a:cubicBezTo>
                <a:cubicBezTo>
                  <a:pt x="143098" y="141446"/>
                  <a:pt x="139214" y="142027"/>
                  <a:pt x="136312" y="144214"/>
                </a:cubicBezTo>
                <a:lnTo>
                  <a:pt x="110683" y="163413"/>
                </a:lnTo>
                <a:lnTo>
                  <a:pt x="110683" y="228600"/>
                </a:ln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1" name="Text 8"/>
          <p:cNvSpPr/>
          <p:nvPr/>
        </p:nvSpPr>
        <p:spPr>
          <a:xfrm>
            <a:off x="3715345" y="3638550"/>
            <a:ext cx="1171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Team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324820" y="4057650"/>
            <a:ext cx="2428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Faheem Shahid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(233618)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24820" y="4362450"/>
            <a:ext cx="2428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Zahid Ali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(233635)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248400" y="3409950"/>
            <a:ext cx="2809875" cy="1409700"/>
          </a:xfrm>
          <a:custGeom>
            <a:avLst/>
            <a:gdLst/>
            <a:ahLst/>
            <a:cxnLst/>
            <a:rect l="l" t="t" r="r" b="b"/>
            <a:pathLst>
              <a:path w="2809875" h="1409700">
                <a:moveTo>
                  <a:pt x="76194" y="0"/>
                </a:moveTo>
                <a:lnTo>
                  <a:pt x="2733681" y="0"/>
                </a:lnTo>
                <a:cubicBezTo>
                  <a:pt x="2775733" y="0"/>
                  <a:pt x="2809875" y="34142"/>
                  <a:pt x="2809875" y="76194"/>
                </a:cubicBezTo>
                <a:lnTo>
                  <a:pt x="2809875" y="1333506"/>
                </a:lnTo>
                <a:cubicBezTo>
                  <a:pt x="2809875" y="1375587"/>
                  <a:pt x="2775762" y="1409700"/>
                  <a:pt x="2733681" y="1409700"/>
                </a:cubicBezTo>
                <a:lnTo>
                  <a:pt x="76194" y="1409700"/>
                </a:lnTo>
                <a:cubicBezTo>
                  <a:pt x="34142" y="1409700"/>
                  <a:pt x="0" y="1375558"/>
                  <a:pt x="0" y="1333506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477000" y="36576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57150" y="42863"/>
                </a:moveTo>
                <a:cubicBezTo>
                  <a:pt x="57150" y="27102"/>
                  <a:pt x="69964" y="14288"/>
                  <a:pt x="85725" y="14288"/>
                </a:cubicBezTo>
                <a:lnTo>
                  <a:pt x="242888" y="14288"/>
                </a:lnTo>
                <a:cubicBezTo>
                  <a:pt x="258648" y="14288"/>
                  <a:pt x="271463" y="27102"/>
                  <a:pt x="271463" y="42863"/>
                </a:cubicBezTo>
                <a:lnTo>
                  <a:pt x="271463" y="150019"/>
                </a:lnTo>
                <a:lnTo>
                  <a:pt x="228600" y="150019"/>
                </a:lnTo>
                <a:lnTo>
                  <a:pt x="228600" y="142875"/>
                </a:lnTo>
                <a:cubicBezTo>
                  <a:pt x="228600" y="134972"/>
                  <a:pt x="222215" y="128588"/>
                  <a:pt x="214313" y="128588"/>
                </a:cubicBezTo>
                <a:lnTo>
                  <a:pt x="185738" y="128588"/>
                </a:lnTo>
                <a:cubicBezTo>
                  <a:pt x="177835" y="128588"/>
                  <a:pt x="171450" y="134972"/>
                  <a:pt x="171450" y="142875"/>
                </a:cubicBezTo>
                <a:lnTo>
                  <a:pt x="171450" y="150019"/>
                </a:lnTo>
                <a:lnTo>
                  <a:pt x="113809" y="150019"/>
                </a:lnTo>
                <a:cubicBezTo>
                  <a:pt x="118676" y="141625"/>
                  <a:pt x="121444" y="131847"/>
                  <a:pt x="121444" y="121444"/>
                </a:cubicBezTo>
                <a:cubicBezTo>
                  <a:pt x="121444" y="89877"/>
                  <a:pt x="95860" y="64294"/>
                  <a:pt x="64294" y="64294"/>
                </a:cubicBezTo>
                <a:cubicBezTo>
                  <a:pt x="61883" y="64294"/>
                  <a:pt x="59472" y="64428"/>
                  <a:pt x="57150" y="64740"/>
                </a:cubicBezTo>
                <a:lnTo>
                  <a:pt x="57150" y="42863"/>
                </a:lnTo>
                <a:close/>
                <a:moveTo>
                  <a:pt x="148679" y="200025"/>
                </a:moveTo>
                <a:cubicBezTo>
                  <a:pt x="146402" y="189220"/>
                  <a:pt x="141402" y="179442"/>
                  <a:pt x="134347" y="171450"/>
                </a:cubicBezTo>
                <a:lnTo>
                  <a:pt x="271463" y="171450"/>
                </a:lnTo>
                <a:cubicBezTo>
                  <a:pt x="271463" y="187211"/>
                  <a:pt x="258648" y="200025"/>
                  <a:pt x="242888" y="200025"/>
                </a:cubicBezTo>
                <a:lnTo>
                  <a:pt x="148679" y="200025"/>
                </a:lnTo>
                <a:close/>
                <a:moveTo>
                  <a:pt x="28575" y="121444"/>
                </a:moveTo>
                <a:cubicBezTo>
                  <a:pt x="28575" y="101730"/>
                  <a:pt x="44580" y="85725"/>
                  <a:pt x="64294" y="85725"/>
                </a:cubicBezTo>
                <a:cubicBezTo>
                  <a:pt x="84007" y="85725"/>
                  <a:pt x="100013" y="101730"/>
                  <a:pt x="100013" y="121444"/>
                </a:cubicBezTo>
                <a:cubicBezTo>
                  <a:pt x="100013" y="141157"/>
                  <a:pt x="84007" y="157163"/>
                  <a:pt x="64294" y="157163"/>
                </a:cubicBezTo>
                <a:cubicBezTo>
                  <a:pt x="44580" y="157163"/>
                  <a:pt x="28575" y="141157"/>
                  <a:pt x="28575" y="121444"/>
                </a:cubicBezTo>
                <a:close/>
                <a:moveTo>
                  <a:pt x="0" y="214313"/>
                </a:moveTo>
                <a:cubicBezTo>
                  <a:pt x="0" y="190649"/>
                  <a:pt x="19199" y="171450"/>
                  <a:pt x="42863" y="171450"/>
                </a:cubicBezTo>
                <a:lnTo>
                  <a:pt x="85725" y="171450"/>
                </a:lnTo>
                <a:cubicBezTo>
                  <a:pt x="109389" y="171450"/>
                  <a:pt x="128588" y="190649"/>
                  <a:pt x="128588" y="214313"/>
                </a:cubicBezTo>
                <a:cubicBezTo>
                  <a:pt x="128588" y="222215"/>
                  <a:pt x="122203" y="228600"/>
                  <a:pt x="114300" y="228600"/>
                </a:cubicBezTo>
                <a:lnTo>
                  <a:pt x="14288" y="228600"/>
                </a:lnTo>
                <a:cubicBezTo>
                  <a:pt x="6385" y="228600"/>
                  <a:pt x="0" y="222215"/>
                  <a:pt x="0" y="214313"/>
                </a:cubicBezTo>
                <a:close/>
              </a:path>
            </a:pathLst>
          </a:custGeom>
          <a:solidFill>
            <a:srgbClr val="3D8F8A"/>
          </a:solidFill>
          <a:ln/>
        </p:spPr>
      </p:sp>
      <p:sp>
        <p:nvSpPr>
          <p:cNvPr id="16" name="Text 13"/>
          <p:cNvSpPr/>
          <p:nvPr/>
        </p:nvSpPr>
        <p:spPr>
          <a:xfrm>
            <a:off x="6829425" y="3638550"/>
            <a:ext cx="1057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38900" y="4086225"/>
            <a:ext cx="24282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Prof. Hafiz Muhammad Mueez Amin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971925" y="5133975"/>
            <a:ext cx="4248150" cy="1047750"/>
          </a:xfrm>
          <a:custGeom>
            <a:avLst/>
            <a:gdLst/>
            <a:ahLst/>
            <a:cxnLst/>
            <a:rect l="l" t="t" r="r" b="b"/>
            <a:pathLst>
              <a:path w="4248150" h="1047750">
                <a:moveTo>
                  <a:pt x="76203" y="0"/>
                </a:moveTo>
                <a:lnTo>
                  <a:pt x="4171947" y="0"/>
                </a:lnTo>
                <a:cubicBezTo>
                  <a:pt x="4214005" y="0"/>
                  <a:pt x="4248150" y="34145"/>
                  <a:pt x="4248150" y="76203"/>
                </a:cubicBezTo>
                <a:lnTo>
                  <a:pt x="4248150" y="971547"/>
                </a:lnTo>
                <a:cubicBezTo>
                  <a:pt x="4248150" y="1013605"/>
                  <a:pt x="4214005" y="1047750"/>
                  <a:pt x="4171947" y="1047750"/>
                </a:cubicBezTo>
                <a:lnTo>
                  <a:pt x="76203" y="1047750"/>
                </a:lnTo>
                <a:cubicBezTo>
                  <a:pt x="34145" y="1047750"/>
                  <a:pt x="0" y="1013605"/>
                  <a:pt x="0" y="9715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25400">
            <a:solidFill>
              <a:srgbClr val="3D8F8A">
                <a:alpha val="50196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38625" y="5372100"/>
            <a:ext cx="371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Agent for Automated Deepfake Detection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248150" y="5715000"/>
            <a:ext cx="3695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A9B4C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Final-Year Project Presentation | 07 January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for Automated Deepfake Detection in Digital Evidence</dc:title>
  <dc:subject>AI Agent for Automated Deepfake Detection in Digital Evidence</dc:subject>
  <dc:creator>Kimi</dc:creator>
  <cp:lastModifiedBy>Kimi</cp:lastModifiedBy>
  <cp:revision>1</cp:revision>
  <dcterms:created xsi:type="dcterms:W3CDTF">2026-01-07T10:04:34Z</dcterms:created>
  <dcterms:modified xsi:type="dcterms:W3CDTF">2026-01-07T10:04:34Z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{"Label":"AI Agent for Automated Deepfake Detection in Digital Evidence","ContentProducer":"001191110108MACG2KBH8F10000","ProduceID":"19b97e06-68d2-8782-8000-0000432da8d3","ReservedCode1":"","ContentPropagator":"001191110108MACG2KBH8F20000","PropagateID":"19b97e06-68d2-8782-8000-0000432da8d3","ReservedCode2":""}</vt:lpwstr>
  </property>
</Properties>
</file>